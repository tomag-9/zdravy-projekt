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9" r:id="rId4"/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embeddedFontLst>
    <p:embeddedFont>
      <p:font typeface="Marcellus"/>
      <p:regular r:id="rId10"/>
    </p:embeddedFont>
    <p:embeddedFont>
      <p:font typeface="Mulish"/>
      <p:regular r:id="rId11"/>
      <p:bold r:id="rId12"/>
      <p:italic r:id="rId13"/>
      <p:boldItalic r:id="rId14"/>
    </p:embeddedFont>
    <p:embeddedFont>
      <p:font typeface="Poppins"/>
      <p:regular r:id="rId15"/>
      <p:bold r:id="rId16"/>
      <p:italic r:id="rId17"/>
      <p:boldItalic r:id="rId18"/>
    </p:embeddedFont>
    <p:embeddedFont>
      <p:font typeface="Poppins Medium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Medium-bold.fntdata"/><Relationship Id="rId11" Type="http://schemas.openxmlformats.org/officeDocument/2006/relationships/font" Target="fonts/Mulish-regular.fntdata"/><Relationship Id="rId22" Type="http://schemas.openxmlformats.org/officeDocument/2006/relationships/font" Target="fonts/PoppinsMedium-boldItalic.fntdata"/><Relationship Id="rId10" Type="http://schemas.openxmlformats.org/officeDocument/2006/relationships/font" Target="fonts/Marcellus-regular.fntdata"/><Relationship Id="rId21" Type="http://schemas.openxmlformats.org/officeDocument/2006/relationships/font" Target="fonts/PoppinsMedium-italic.fntdata"/><Relationship Id="rId13" Type="http://schemas.openxmlformats.org/officeDocument/2006/relationships/font" Target="fonts/Mulish-italic.fntdata"/><Relationship Id="rId12" Type="http://schemas.openxmlformats.org/officeDocument/2006/relationships/font" Target="fonts/Mulish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Poppins-regular.fntdata"/><Relationship Id="rId14" Type="http://schemas.openxmlformats.org/officeDocument/2006/relationships/font" Target="fonts/Mulish-boldItalic.fntdata"/><Relationship Id="rId17" Type="http://schemas.openxmlformats.org/officeDocument/2006/relationships/font" Target="fonts/Poppins-italic.fntdata"/><Relationship Id="rId16" Type="http://schemas.openxmlformats.org/officeDocument/2006/relationships/font" Target="fonts/Poppins-bold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PoppinsMedium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oppi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e4f9a5b39c_2_1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g3e4f9a5b39c_2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e4f9a5b39c_2_5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g3e4f9a5b39c_2_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e4f9a5b39c_2_16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6" name="Google Shape;546;g3e4f9a5b39c_2_1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ctrTitle"/>
          </p:nvPr>
        </p:nvSpPr>
        <p:spPr>
          <a:xfrm>
            <a:off x="966450" y="901900"/>
            <a:ext cx="6616800" cy="150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966450" y="2695975"/>
            <a:ext cx="27987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56" name="Google Shape;56;p14"/>
          <p:cNvGrpSpPr/>
          <p:nvPr/>
        </p:nvGrpSpPr>
        <p:grpSpPr>
          <a:xfrm rot="-4557575">
            <a:off x="8386430" y="952568"/>
            <a:ext cx="290849" cy="238760"/>
            <a:chOff x="8209488" y="3016721"/>
            <a:chExt cx="290857" cy="238766"/>
          </a:xfrm>
        </p:grpSpPr>
        <p:sp>
          <p:nvSpPr>
            <p:cNvPr id="57" name="Google Shape;57;p14"/>
            <p:cNvSpPr/>
            <p:nvPr/>
          </p:nvSpPr>
          <p:spPr>
            <a:xfrm>
              <a:off x="8209488" y="3017443"/>
              <a:ext cx="290857" cy="238044"/>
            </a:xfrm>
            <a:custGeom>
              <a:rect b="b" l="l" r="r" t="t"/>
              <a:pathLst>
                <a:path extrusionOk="0" h="9560" w="11681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8216435" y="3016721"/>
              <a:ext cx="283213" cy="230474"/>
            </a:xfrm>
            <a:custGeom>
              <a:rect b="b" l="l" r="r" t="t"/>
              <a:pathLst>
                <a:path extrusionOk="0" h="9256" w="11374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" name="Google Shape;59;p14"/>
          <p:cNvGrpSpPr/>
          <p:nvPr/>
        </p:nvGrpSpPr>
        <p:grpSpPr>
          <a:xfrm rot="8342089">
            <a:off x="252038" y="438381"/>
            <a:ext cx="523936" cy="327115"/>
            <a:chOff x="5041635" y="3575776"/>
            <a:chExt cx="335278" cy="209309"/>
          </a:xfrm>
        </p:grpSpPr>
        <p:sp>
          <p:nvSpPr>
            <p:cNvPr id="60" name="Google Shape;60;p14"/>
            <p:cNvSpPr/>
            <p:nvPr/>
          </p:nvSpPr>
          <p:spPr>
            <a:xfrm>
              <a:off x="5042332" y="3575776"/>
              <a:ext cx="334581" cy="209309"/>
            </a:xfrm>
            <a:custGeom>
              <a:rect b="b" l="l" r="r" t="t"/>
              <a:pathLst>
                <a:path extrusionOk="0" h="8406" w="13437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5041635" y="3578888"/>
              <a:ext cx="327659" cy="205525"/>
            </a:xfrm>
            <a:custGeom>
              <a:rect b="b" l="l" r="r" t="t"/>
              <a:pathLst>
                <a:path extrusionOk="0" h="8254" w="13159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" name="Google Shape;62;p14"/>
          <p:cNvGrpSpPr/>
          <p:nvPr/>
        </p:nvGrpSpPr>
        <p:grpSpPr>
          <a:xfrm rot="9764795">
            <a:off x="8028623" y="438426"/>
            <a:ext cx="523946" cy="327118"/>
            <a:chOff x="5041635" y="3575776"/>
            <a:chExt cx="335278" cy="209309"/>
          </a:xfrm>
        </p:grpSpPr>
        <p:sp>
          <p:nvSpPr>
            <p:cNvPr id="63" name="Google Shape;63;p14"/>
            <p:cNvSpPr/>
            <p:nvPr/>
          </p:nvSpPr>
          <p:spPr>
            <a:xfrm>
              <a:off x="5042332" y="3575776"/>
              <a:ext cx="334581" cy="209309"/>
            </a:xfrm>
            <a:custGeom>
              <a:rect b="b" l="l" r="r" t="t"/>
              <a:pathLst>
                <a:path extrusionOk="0" h="8406" w="13437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5041635" y="3578888"/>
              <a:ext cx="327659" cy="205525"/>
            </a:xfrm>
            <a:custGeom>
              <a:rect b="b" l="l" r="r" t="t"/>
              <a:pathLst>
                <a:path extrusionOk="0" h="8254" w="13159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" name="Google Shape;65;p14"/>
          <p:cNvSpPr/>
          <p:nvPr/>
        </p:nvSpPr>
        <p:spPr>
          <a:xfrm>
            <a:off x="7456763" y="344097"/>
            <a:ext cx="217277" cy="219344"/>
          </a:xfrm>
          <a:custGeom>
            <a:rect b="b" l="l" r="r" t="t"/>
            <a:pathLst>
              <a:path extrusionOk="0" fill="none" h="8809" w="8726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4"/>
          <p:cNvSpPr/>
          <p:nvPr/>
        </p:nvSpPr>
        <p:spPr>
          <a:xfrm flipH="1">
            <a:off x="2050050" y="492272"/>
            <a:ext cx="217277" cy="219344"/>
          </a:xfrm>
          <a:custGeom>
            <a:rect b="b" l="l" r="r" t="t"/>
            <a:pathLst>
              <a:path extrusionOk="0" fill="none" h="8809" w="8726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" name="Google Shape;67;p14"/>
          <p:cNvGrpSpPr/>
          <p:nvPr/>
        </p:nvGrpSpPr>
        <p:grpSpPr>
          <a:xfrm rot="6379958">
            <a:off x="166588" y="1113799"/>
            <a:ext cx="290843" cy="238755"/>
            <a:chOff x="8209488" y="3016721"/>
            <a:chExt cx="290857" cy="238766"/>
          </a:xfrm>
        </p:grpSpPr>
        <p:sp>
          <p:nvSpPr>
            <p:cNvPr id="68" name="Google Shape;68;p14"/>
            <p:cNvSpPr/>
            <p:nvPr/>
          </p:nvSpPr>
          <p:spPr>
            <a:xfrm>
              <a:off x="8209488" y="3017443"/>
              <a:ext cx="290857" cy="238044"/>
            </a:xfrm>
            <a:custGeom>
              <a:rect b="b" l="l" r="r" t="t"/>
              <a:pathLst>
                <a:path extrusionOk="0" h="9560" w="11681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8216435" y="3016721"/>
              <a:ext cx="283213" cy="230474"/>
            </a:xfrm>
            <a:custGeom>
              <a:rect b="b" l="l" r="r" t="t"/>
              <a:pathLst>
                <a:path extrusionOk="0" h="9256" w="11374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/>
          <p:nvPr/>
        </p:nvSpPr>
        <p:spPr>
          <a:xfrm flipH="1" rot="6629057">
            <a:off x="-1618124" y="-1937530"/>
            <a:ext cx="3973472" cy="3465921"/>
          </a:xfrm>
          <a:custGeom>
            <a:rect b="b" l="l" r="r" t="t"/>
            <a:pathLst>
              <a:path extrusionOk="0" h="89381" w="102470">
                <a:moveTo>
                  <a:pt x="56831" y="0"/>
                </a:moveTo>
                <a:cubicBezTo>
                  <a:pt x="53643" y="0"/>
                  <a:pt x="50453" y="484"/>
                  <a:pt x="47667" y="1960"/>
                </a:cubicBezTo>
                <a:cubicBezTo>
                  <a:pt x="42008" y="5027"/>
                  <a:pt x="39276" y="11466"/>
                  <a:pt x="36823" y="17431"/>
                </a:cubicBezTo>
                <a:cubicBezTo>
                  <a:pt x="34398" y="23397"/>
                  <a:pt x="31360" y="29808"/>
                  <a:pt x="25478" y="32400"/>
                </a:cubicBezTo>
                <a:cubicBezTo>
                  <a:pt x="20070" y="34825"/>
                  <a:pt x="13492" y="33348"/>
                  <a:pt x="8195" y="35996"/>
                </a:cubicBezTo>
                <a:cubicBezTo>
                  <a:pt x="2648" y="38756"/>
                  <a:pt x="0" y="45613"/>
                  <a:pt x="725" y="51746"/>
                </a:cubicBezTo>
                <a:cubicBezTo>
                  <a:pt x="1450" y="57906"/>
                  <a:pt x="4934" y="63398"/>
                  <a:pt x="9032" y="68053"/>
                </a:cubicBezTo>
                <a:cubicBezTo>
                  <a:pt x="20907" y="81555"/>
                  <a:pt x="38847" y="89381"/>
                  <a:pt x="56778" y="89381"/>
                </a:cubicBezTo>
                <a:cubicBezTo>
                  <a:pt x="60355" y="89381"/>
                  <a:pt x="63931" y="89069"/>
                  <a:pt x="67458" y="88430"/>
                </a:cubicBezTo>
                <a:cubicBezTo>
                  <a:pt x="72810" y="87454"/>
                  <a:pt x="78162" y="85753"/>
                  <a:pt x="82706" y="82771"/>
                </a:cubicBezTo>
                <a:cubicBezTo>
                  <a:pt x="90149" y="77893"/>
                  <a:pt x="95055" y="69837"/>
                  <a:pt x="97619" y="61335"/>
                </a:cubicBezTo>
                <a:cubicBezTo>
                  <a:pt x="100825" y="50742"/>
                  <a:pt x="102470" y="39090"/>
                  <a:pt x="99571" y="28135"/>
                </a:cubicBezTo>
                <a:cubicBezTo>
                  <a:pt x="97146" y="18853"/>
                  <a:pt x="90288" y="11215"/>
                  <a:pt x="81926" y="6755"/>
                </a:cubicBezTo>
                <a:cubicBezTo>
                  <a:pt x="79222" y="5333"/>
                  <a:pt x="76434" y="4163"/>
                  <a:pt x="73591" y="3131"/>
                </a:cubicBezTo>
                <a:cubicBezTo>
                  <a:pt x="69242" y="1542"/>
                  <a:pt x="64671" y="567"/>
                  <a:pt x="60071" y="149"/>
                </a:cubicBezTo>
                <a:cubicBezTo>
                  <a:pt x="59002" y="57"/>
                  <a:pt x="57917" y="0"/>
                  <a:pt x="5683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5"/>
          <p:cNvSpPr txBox="1"/>
          <p:nvPr>
            <p:ph type="title"/>
          </p:nvPr>
        </p:nvSpPr>
        <p:spPr>
          <a:xfrm>
            <a:off x="713225" y="1001375"/>
            <a:ext cx="4294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" type="subTitle"/>
          </p:nvPr>
        </p:nvSpPr>
        <p:spPr>
          <a:xfrm>
            <a:off x="713225" y="1790050"/>
            <a:ext cx="42948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/>
            </a:lvl9pPr>
          </a:lstStyle>
          <a:p/>
        </p:txBody>
      </p:sp>
      <p:sp>
        <p:nvSpPr>
          <p:cNvPr id="74" name="Google Shape;74;p15"/>
          <p:cNvSpPr/>
          <p:nvPr>
            <p:ph idx="2" type="pic"/>
          </p:nvPr>
        </p:nvSpPr>
        <p:spPr>
          <a:xfrm>
            <a:off x="5271175" y="1071450"/>
            <a:ext cx="3159600" cy="31602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75" name="Google Shape;75;p15"/>
          <p:cNvGrpSpPr/>
          <p:nvPr/>
        </p:nvGrpSpPr>
        <p:grpSpPr>
          <a:xfrm rot="-10190042">
            <a:off x="223176" y="489768"/>
            <a:ext cx="290857" cy="238766"/>
            <a:chOff x="8209488" y="3016721"/>
            <a:chExt cx="290857" cy="238766"/>
          </a:xfrm>
        </p:grpSpPr>
        <p:sp>
          <p:nvSpPr>
            <p:cNvPr id="76" name="Google Shape;76;p15"/>
            <p:cNvSpPr/>
            <p:nvPr/>
          </p:nvSpPr>
          <p:spPr>
            <a:xfrm>
              <a:off x="8209488" y="3017443"/>
              <a:ext cx="290857" cy="238044"/>
            </a:xfrm>
            <a:custGeom>
              <a:rect b="b" l="l" r="r" t="t"/>
              <a:pathLst>
                <a:path extrusionOk="0" h="9560" w="11681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8216435" y="3016721"/>
              <a:ext cx="283213" cy="230474"/>
            </a:xfrm>
            <a:custGeom>
              <a:rect b="b" l="l" r="r" t="t"/>
              <a:pathLst>
                <a:path extrusionOk="0" h="9256" w="11374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" name="Google Shape;78;p15"/>
          <p:cNvGrpSpPr/>
          <p:nvPr/>
        </p:nvGrpSpPr>
        <p:grpSpPr>
          <a:xfrm rot="-4557575">
            <a:off x="8504955" y="975280"/>
            <a:ext cx="290849" cy="238760"/>
            <a:chOff x="8209488" y="3016721"/>
            <a:chExt cx="290857" cy="238766"/>
          </a:xfrm>
        </p:grpSpPr>
        <p:sp>
          <p:nvSpPr>
            <p:cNvPr id="79" name="Google Shape;79;p15"/>
            <p:cNvSpPr/>
            <p:nvPr/>
          </p:nvSpPr>
          <p:spPr>
            <a:xfrm>
              <a:off x="8209488" y="3017443"/>
              <a:ext cx="290857" cy="238044"/>
            </a:xfrm>
            <a:custGeom>
              <a:rect b="b" l="l" r="r" t="t"/>
              <a:pathLst>
                <a:path extrusionOk="0" h="9560" w="11681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8216435" y="3016721"/>
              <a:ext cx="283213" cy="230474"/>
            </a:xfrm>
            <a:custGeom>
              <a:rect b="b" l="l" r="r" t="t"/>
              <a:pathLst>
                <a:path extrusionOk="0" h="9256" w="11374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" name="Google Shape;81;p15"/>
          <p:cNvGrpSpPr/>
          <p:nvPr/>
        </p:nvGrpSpPr>
        <p:grpSpPr>
          <a:xfrm rot="9764795">
            <a:off x="8160910" y="217026"/>
            <a:ext cx="523946" cy="327118"/>
            <a:chOff x="5041635" y="3575776"/>
            <a:chExt cx="335278" cy="209309"/>
          </a:xfrm>
        </p:grpSpPr>
        <p:sp>
          <p:nvSpPr>
            <p:cNvPr id="82" name="Google Shape;82;p15"/>
            <p:cNvSpPr/>
            <p:nvPr/>
          </p:nvSpPr>
          <p:spPr>
            <a:xfrm>
              <a:off x="5042332" y="3575776"/>
              <a:ext cx="334581" cy="209309"/>
            </a:xfrm>
            <a:custGeom>
              <a:rect b="b" l="l" r="r" t="t"/>
              <a:pathLst>
                <a:path extrusionOk="0" h="8406" w="13437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5041635" y="3578888"/>
              <a:ext cx="327659" cy="205525"/>
            </a:xfrm>
            <a:custGeom>
              <a:rect b="b" l="l" r="r" t="t"/>
              <a:pathLst>
                <a:path extrusionOk="0" h="8254" w="13159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15"/>
          <p:cNvSpPr/>
          <p:nvPr/>
        </p:nvSpPr>
        <p:spPr>
          <a:xfrm>
            <a:off x="7314413" y="270897"/>
            <a:ext cx="217277" cy="219344"/>
          </a:xfrm>
          <a:custGeom>
            <a:rect b="b" l="l" r="r" t="t"/>
            <a:pathLst>
              <a:path extrusionOk="0" fill="none" h="8809" w="8726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1366163" y="204372"/>
            <a:ext cx="217277" cy="219344"/>
          </a:xfrm>
          <a:custGeom>
            <a:rect b="b" l="l" r="r" t="t"/>
            <a:pathLst>
              <a:path extrusionOk="0" fill="none" h="8809" w="8726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" name="Google Shape;86;p15"/>
          <p:cNvGrpSpPr/>
          <p:nvPr/>
        </p:nvGrpSpPr>
        <p:grpSpPr>
          <a:xfrm rot="-4557575">
            <a:off x="263117" y="4314580"/>
            <a:ext cx="290849" cy="238760"/>
            <a:chOff x="8209488" y="3016721"/>
            <a:chExt cx="290857" cy="238766"/>
          </a:xfrm>
        </p:grpSpPr>
        <p:sp>
          <p:nvSpPr>
            <p:cNvPr id="87" name="Google Shape;87;p15"/>
            <p:cNvSpPr/>
            <p:nvPr/>
          </p:nvSpPr>
          <p:spPr>
            <a:xfrm>
              <a:off x="8209488" y="3017443"/>
              <a:ext cx="290857" cy="238044"/>
            </a:xfrm>
            <a:custGeom>
              <a:rect b="b" l="l" r="r" t="t"/>
              <a:pathLst>
                <a:path extrusionOk="0" h="9560" w="11681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5"/>
            <p:cNvSpPr/>
            <p:nvPr/>
          </p:nvSpPr>
          <p:spPr>
            <a:xfrm>
              <a:off x="8216435" y="3016721"/>
              <a:ext cx="283213" cy="230474"/>
            </a:xfrm>
            <a:custGeom>
              <a:rect b="b" l="l" r="r" t="t"/>
              <a:pathLst>
                <a:path extrusionOk="0" h="9256" w="11374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4885375" y="2648175"/>
            <a:ext cx="3360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1" name="Google Shape;91;p16"/>
          <p:cNvSpPr txBox="1"/>
          <p:nvPr>
            <p:ph idx="2" type="title"/>
          </p:nvPr>
        </p:nvSpPr>
        <p:spPr>
          <a:xfrm>
            <a:off x="4885375" y="1321975"/>
            <a:ext cx="12888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16"/>
          <p:cNvSpPr/>
          <p:nvPr>
            <p:ph idx="3" type="pic"/>
          </p:nvPr>
        </p:nvSpPr>
        <p:spPr>
          <a:xfrm>
            <a:off x="713225" y="808000"/>
            <a:ext cx="3526800" cy="3527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3" name="Google Shape;93;p16"/>
          <p:cNvSpPr/>
          <p:nvPr/>
        </p:nvSpPr>
        <p:spPr>
          <a:xfrm flipH="1">
            <a:off x="7879186" y="4588047"/>
            <a:ext cx="1519577" cy="714254"/>
          </a:xfrm>
          <a:custGeom>
            <a:rect b="b" l="l" r="r" t="t"/>
            <a:pathLst>
              <a:path extrusionOk="0" h="22067" w="46944">
                <a:moveTo>
                  <a:pt x="22719" y="0"/>
                </a:moveTo>
                <a:cubicBezTo>
                  <a:pt x="20147" y="0"/>
                  <a:pt x="17573" y="188"/>
                  <a:pt x="15026" y="566"/>
                </a:cubicBezTo>
                <a:cubicBezTo>
                  <a:pt x="11123" y="1151"/>
                  <a:pt x="7109" y="2266"/>
                  <a:pt x="4238" y="4942"/>
                </a:cubicBezTo>
                <a:cubicBezTo>
                  <a:pt x="1367" y="7674"/>
                  <a:pt x="1" y="12301"/>
                  <a:pt x="2064" y="15674"/>
                </a:cubicBezTo>
                <a:cubicBezTo>
                  <a:pt x="3708" y="18378"/>
                  <a:pt x="6942" y="19549"/>
                  <a:pt x="10008" y="20329"/>
                </a:cubicBezTo>
                <a:cubicBezTo>
                  <a:pt x="14675" y="21484"/>
                  <a:pt x="19499" y="22067"/>
                  <a:pt x="24325" y="22067"/>
                </a:cubicBezTo>
                <a:cubicBezTo>
                  <a:pt x="27888" y="22067"/>
                  <a:pt x="31452" y="21749"/>
                  <a:pt x="34957" y="21110"/>
                </a:cubicBezTo>
                <a:cubicBezTo>
                  <a:pt x="38134" y="20525"/>
                  <a:pt x="41452" y="19633"/>
                  <a:pt x="43737" y="17291"/>
                </a:cubicBezTo>
                <a:cubicBezTo>
                  <a:pt x="46079" y="14950"/>
                  <a:pt x="46943" y="11298"/>
                  <a:pt x="45995" y="8120"/>
                </a:cubicBezTo>
                <a:cubicBezTo>
                  <a:pt x="44239" y="2266"/>
                  <a:pt x="39138" y="2378"/>
                  <a:pt x="34232" y="1263"/>
                </a:cubicBezTo>
                <a:cubicBezTo>
                  <a:pt x="30463" y="425"/>
                  <a:pt x="26593" y="0"/>
                  <a:pt x="2271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6"/>
          <p:cNvSpPr/>
          <p:nvPr/>
        </p:nvSpPr>
        <p:spPr>
          <a:xfrm flipH="1" rot="-3636711">
            <a:off x="8483496" y="3304647"/>
            <a:ext cx="217295" cy="219362"/>
          </a:xfrm>
          <a:custGeom>
            <a:rect b="b" l="l" r="r" t="t"/>
            <a:pathLst>
              <a:path extrusionOk="0" fill="none" h="8809" w="8726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p16"/>
          <p:cNvGrpSpPr/>
          <p:nvPr/>
        </p:nvGrpSpPr>
        <p:grpSpPr>
          <a:xfrm flipH="1" rot="4557575">
            <a:off x="8252282" y="4638718"/>
            <a:ext cx="290849" cy="238760"/>
            <a:chOff x="8209488" y="3016721"/>
            <a:chExt cx="290857" cy="238766"/>
          </a:xfrm>
        </p:grpSpPr>
        <p:sp>
          <p:nvSpPr>
            <p:cNvPr id="96" name="Google Shape;96;p16"/>
            <p:cNvSpPr/>
            <p:nvPr/>
          </p:nvSpPr>
          <p:spPr>
            <a:xfrm>
              <a:off x="8209488" y="3017443"/>
              <a:ext cx="290857" cy="238044"/>
            </a:xfrm>
            <a:custGeom>
              <a:rect b="b" l="l" r="r" t="t"/>
              <a:pathLst>
                <a:path extrusionOk="0" h="9560" w="11681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6"/>
            <p:cNvSpPr/>
            <p:nvPr/>
          </p:nvSpPr>
          <p:spPr>
            <a:xfrm>
              <a:off x="8216435" y="3016721"/>
              <a:ext cx="283213" cy="230474"/>
            </a:xfrm>
            <a:custGeom>
              <a:rect b="b" l="l" r="r" t="t"/>
              <a:pathLst>
                <a:path extrusionOk="0" h="9256" w="11374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" name="Google Shape;98;p16"/>
          <p:cNvGrpSpPr/>
          <p:nvPr/>
        </p:nvGrpSpPr>
        <p:grpSpPr>
          <a:xfrm flipH="1" rot="-9764795">
            <a:off x="8376992" y="4124576"/>
            <a:ext cx="523946" cy="327118"/>
            <a:chOff x="5041635" y="3575776"/>
            <a:chExt cx="335278" cy="209309"/>
          </a:xfrm>
        </p:grpSpPr>
        <p:sp>
          <p:nvSpPr>
            <p:cNvPr id="99" name="Google Shape;99;p16"/>
            <p:cNvSpPr/>
            <p:nvPr/>
          </p:nvSpPr>
          <p:spPr>
            <a:xfrm>
              <a:off x="5042332" y="3575776"/>
              <a:ext cx="334581" cy="209309"/>
            </a:xfrm>
            <a:custGeom>
              <a:rect b="b" l="l" r="r" t="t"/>
              <a:pathLst>
                <a:path extrusionOk="0" h="8406" w="13437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6"/>
            <p:cNvSpPr/>
            <p:nvPr/>
          </p:nvSpPr>
          <p:spPr>
            <a:xfrm>
              <a:off x="5041635" y="3578888"/>
              <a:ext cx="327659" cy="205525"/>
            </a:xfrm>
            <a:custGeom>
              <a:rect b="b" l="l" r="r" t="t"/>
              <a:pathLst>
                <a:path extrusionOk="0" h="8254" w="13159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" name="Google Shape;101;p16"/>
          <p:cNvGrpSpPr/>
          <p:nvPr/>
        </p:nvGrpSpPr>
        <p:grpSpPr>
          <a:xfrm rot="764630">
            <a:off x="8447023" y="420113"/>
            <a:ext cx="290867" cy="238774"/>
            <a:chOff x="8209488" y="3016721"/>
            <a:chExt cx="290857" cy="238766"/>
          </a:xfrm>
        </p:grpSpPr>
        <p:sp>
          <p:nvSpPr>
            <p:cNvPr id="102" name="Google Shape;102;p16"/>
            <p:cNvSpPr/>
            <p:nvPr/>
          </p:nvSpPr>
          <p:spPr>
            <a:xfrm>
              <a:off x="8209488" y="3017443"/>
              <a:ext cx="290857" cy="238044"/>
            </a:xfrm>
            <a:custGeom>
              <a:rect b="b" l="l" r="r" t="t"/>
              <a:pathLst>
                <a:path extrusionOk="0" h="9560" w="11681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6"/>
            <p:cNvSpPr/>
            <p:nvPr/>
          </p:nvSpPr>
          <p:spPr>
            <a:xfrm>
              <a:off x="8216435" y="3016721"/>
              <a:ext cx="283213" cy="230474"/>
            </a:xfrm>
            <a:custGeom>
              <a:rect b="b" l="l" r="r" t="t"/>
              <a:pathLst>
                <a:path extrusionOk="0" h="9256" w="11374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" name="Google Shape;104;p16"/>
          <p:cNvGrpSpPr/>
          <p:nvPr/>
        </p:nvGrpSpPr>
        <p:grpSpPr>
          <a:xfrm flipH="1" rot="-9764795">
            <a:off x="225560" y="328864"/>
            <a:ext cx="523946" cy="327118"/>
            <a:chOff x="5041635" y="3575776"/>
            <a:chExt cx="335278" cy="209309"/>
          </a:xfrm>
        </p:grpSpPr>
        <p:sp>
          <p:nvSpPr>
            <p:cNvPr id="105" name="Google Shape;105;p16"/>
            <p:cNvSpPr/>
            <p:nvPr/>
          </p:nvSpPr>
          <p:spPr>
            <a:xfrm>
              <a:off x="5042332" y="3575776"/>
              <a:ext cx="334581" cy="209309"/>
            </a:xfrm>
            <a:custGeom>
              <a:rect b="b" l="l" r="r" t="t"/>
              <a:pathLst>
                <a:path extrusionOk="0" h="8406" w="13437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5041635" y="3578888"/>
              <a:ext cx="327659" cy="205525"/>
            </a:xfrm>
            <a:custGeom>
              <a:rect b="b" l="l" r="r" t="t"/>
              <a:pathLst>
                <a:path extrusionOk="0" h="8254" w="13159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" name="Google Shape;107;p16"/>
          <p:cNvSpPr/>
          <p:nvPr/>
        </p:nvSpPr>
        <p:spPr>
          <a:xfrm flipH="1">
            <a:off x="1113333" y="178594"/>
            <a:ext cx="217277" cy="219344"/>
          </a:xfrm>
          <a:custGeom>
            <a:rect b="b" l="l" r="r" t="t"/>
            <a:pathLst>
              <a:path extrusionOk="0" fill="none" h="8809" w="8726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7"/>
          <p:cNvGrpSpPr/>
          <p:nvPr/>
        </p:nvGrpSpPr>
        <p:grpSpPr>
          <a:xfrm rot="-2859763">
            <a:off x="340529" y="434839"/>
            <a:ext cx="335282" cy="209311"/>
            <a:chOff x="5041635" y="3575776"/>
            <a:chExt cx="335278" cy="209309"/>
          </a:xfrm>
        </p:grpSpPr>
        <p:sp>
          <p:nvSpPr>
            <p:cNvPr id="110" name="Google Shape;110;p17"/>
            <p:cNvSpPr/>
            <p:nvPr/>
          </p:nvSpPr>
          <p:spPr>
            <a:xfrm>
              <a:off x="5042332" y="3575776"/>
              <a:ext cx="334581" cy="209309"/>
            </a:xfrm>
            <a:custGeom>
              <a:rect b="b" l="l" r="r" t="t"/>
              <a:pathLst>
                <a:path extrusionOk="0" h="8406" w="13437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7"/>
            <p:cNvSpPr/>
            <p:nvPr/>
          </p:nvSpPr>
          <p:spPr>
            <a:xfrm>
              <a:off x="5041635" y="3578888"/>
              <a:ext cx="327659" cy="205525"/>
            </a:xfrm>
            <a:custGeom>
              <a:rect b="b" l="l" r="r" t="t"/>
              <a:pathLst>
                <a:path extrusionOk="0" h="8254" w="13159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" name="Google Shape;112;p17"/>
          <p:cNvGrpSpPr/>
          <p:nvPr/>
        </p:nvGrpSpPr>
        <p:grpSpPr>
          <a:xfrm rot="8342089">
            <a:off x="50050" y="4048556"/>
            <a:ext cx="523936" cy="327115"/>
            <a:chOff x="5041635" y="3575776"/>
            <a:chExt cx="335278" cy="209309"/>
          </a:xfrm>
        </p:grpSpPr>
        <p:sp>
          <p:nvSpPr>
            <p:cNvPr id="113" name="Google Shape;113;p17"/>
            <p:cNvSpPr/>
            <p:nvPr/>
          </p:nvSpPr>
          <p:spPr>
            <a:xfrm>
              <a:off x="5042332" y="3575776"/>
              <a:ext cx="334581" cy="209309"/>
            </a:xfrm>
            <a:custGeom>
              <a:rect b="b" l="l" r="r" t="t"/>
              <a:pathLst>
                <a:path extrusionOk="0" h="8406" w="13437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7"/>
            <p:cNvSpPr/>
            <p:nvPr/>
          </p:nvSpPr>
          <p:spPr>
            <a:xfrm>
              <a:off x="5041635" y="3578888"/>
              <a:ext cx="327659" cy="205525"/>
            </a:xfrm>
            <a:custGeom>
              <a:rect b="b" l="l" r="r" t="t"/>
              <a:pathLst>
                <a:path extrusionOk="0" h="8254" w="13159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5" name="Google Shape;115;p17"/>
          <p:cNvSpPr/>
          <p:nvPr/>
        </p:nvSpPr>
        <p:spPr>
          <a:xfrm rot="3636711">
            <a:off x="203370" y="3347035"/>
            <a:ext cx="217295" cy="219362"/>
          </a:xfrm>
          <a:custGeom>
            <a:rect b="b" l="l" r="r" t="t"/>
            <a:pathLst>
              <a:path extrusionOk="0" fill="none" h="8809" w="8726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" name="Google Shape;116;p17"/>
          <p:cNvGrpSpPr/>
          <p:nvPr/>
        </p:nvGrpSpPr>
        <p:grpSpPr>
          <a:xfrm rot="-4557575">
            <a:off x="8386430" y="952568"/>
            <a:ext cx="290849" cy="238760"/>
            <a:chOff x="8209488" y="3016721"/>
            <a:chExt cx="290857" cy="238766"/>
          </a:xfrm>
        </p:grpSpPr>
        <p:sp>
          <p:nvSpPr>
            <p:cNvPr id="117" name="Google Shape;117;p17"/>
            <p:cNvSpPr/>
            <p:nvPr/>
          </p:nvSpPr>
          <p:spPr>
            <a:xfrm>
              <a:off x="8209488" y="3017443"/>
              <a:ext cx="290857" cy="238044"/>
            </a:xfrm>
            <a:custGeom>
              <a:rect b="b" l="l" r="r" t="t"/>
              <a:pathLst>
                <a:path extrusionOk="0" h="9560" w="11681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7"/>
            <p:cNvSpPr/>
            <p:nvPr/>
          </p:nvSpPr>
          <p:spPr>
            <a:xfrm>
              <a:off x="8216435" y="3016721"/>
              <a:ext cx="283213" cy="230474"/>
            </a:xfrm>
            <a:custGeom>
              <a:rect b="b" l="l" r="r" t="t"/>
              <a:pathLst>
                <a:path extrusionOk="0" h="9256" w="11374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" name="Google Shape;119;p17"/>
          <p:cNvGrpSpPr/>
          <p:nvPr/>
        </p:nvGrpSpPr>
        <p:grpSpPr>
          <a:xfrm rot="9764795">
            <a:off x="8028623" y="438426"/>
            <a:ext cx="523946" cy="327118"/>
            <a:chOff x="5041635" y="3575776"/>
            <a:chExt cx="335278" cy="209309"/>
          </a:xfrm>
        </p:grpSpPr>
        <p:sp>
          <p:nvSpPr>
            <p:cNvPr id="120" name="Google Shape;120;p17"/>
            <p:cNvSpPr/>
            <p:nvPr/>
          </p:nvSpPr>
          <p:spPr>
            <a:xfrm>
              <a:off x="5042332" y="3575776"/>
              <a:ext cx="334581" cy="209309"/>
            </a:xfrm>
            <a:custGeom>
              <a:rect b="b" l="l" r="r" t="t"/>
              <a:pathLst>
                <a:path extrusionOk="0" h="8406" w="13437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7"/>
            <p:cNvSpPr/>
            <p:nvPr/>
          </p:nvSpPr>
          <p:spPr>
            <a:xfrm>
              <a:off x="5041635" y="3578888"/>
              <a:ext cx="327659" cy="205525"/>
            </a:xfrm>
            <a:custGeom>
              <a:rect b="b" l="l" r="r" t="t"/>
              <a:pathLst>
                <a:path extrusionOk="0" h="8254" w="13159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" name="Google Shape;122;p17"/>
          <p:cNvSpPr/>
          <p:nvPr/>
        </p:nvSpPr>
        <p:spPr>
          <a:xfrm>
            <a:off x="7456763" y="344097"/>
            <a:ext cx="217277" cy="219344"/>
          </a:xfrm>
          <a:custGeom>
            <a:rect b="b" l="l" r="r" t="t"/>
            <a:pathLst>
              <a:path extrusionOk="0" fill="none" h="8809" w="8726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7"/>
          <p:cNvSpPr/>
          <p:nvPr/>
        </p:nvSpPr>
        <p:spPr>
          <a:xfrm flipH="1">
            <a:off x="8574900" y="4102447"/>
            <a:ext cx="217277" cy="219344"/>
          </a:xfrm>
          <a:custGeom>
            <a:rect b="b" l="l" r="r" t="t"/>
            <a:pathLst>
              <a:path extrusionOk="0" fill="none" h="8809" w="8726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7"/>
          <p:cNvSpPr/>
          <p:nvPr/>
        </p:nvSpPr>
        <p:spPr>
          <a:xfrm rot="-2700000">
            <a:off x="4540072" y="824338"/>
            <a:ext cx="4432571" cy="3866377"/>
          </a:xfrm>
          <a:custGeom>
            <a:rect b="b" l="l" r="r" t="t"/>
            <a:pathLst>
              <a:path extrusionOk="0" h="89381" w="102470">
                <a:moveTo>
                  <a:pt x="56831" y="0"/>
                </a:moveTo>
                <a:cubicBezTo>
                  <a:pt x="53643" y="0"/>
                  <a:pt x="50453" y="484"/>
                  <a:pt x="47667" y="1960"/>
                </a:cubicBezTo>
                <a:cubicBezTo>
                  <a:pt x="42008" y="5027"/>
                  <a:pt x="39276" y="11466"/>
                  <a:pt x="36823" y="17431"/>
                </a:cubicBezTo>
                <a:cubicBezTo>
                  <a:pt x="34398" y="23397"/>
                  <a:pt x="31360" y="29808"/>
                  <a:pt x="25478" y="32400"/>
                </a:cubicBezTo>
                <a:cubicBezTo>
                  <a:pt x="20070" y="34825"/>
                  <a:pt x="13492" y="33348"/>
                  <a:pt x="8195" y="35996"/>
                </a:cubicBezTo>
                <a:cubicBezTo>
                  <a:pt x="2648" y="38756"/>
                  <a:pt x="0" y="45613"/>
                  <a:pt x="725" y="51746"/>
                </a:cubicBezTo>
                <a:cubicBezTo>
                  <a:pt x="1450" y="57906"/>
                  <a:pt x="4934" y="63398"/>
                  <a:pt x="9032" y="68053"/>
                </a:cubicBezTo>
                <a:cubicBezTo>
                  <a:pt x="20907" y="81555"/>
                  <a:pt x="38847" y="89381"/>
                  <a:pt x="56778" y="89381"/>
                </a:cubicBezTo>
                <a:cubicBezTo>
                  <a:pt x="60355" y="89381"/>
                  <a:pt x="63931" y="89069"/>
                  <a:pt x="67458" y="88430"/>
                </a:cubicBezTo>
                <a:cubicBezTo>
                  <a:pt x="72810" y="87454"/>
                  <a:pt x="78162" y="85753"/>
                  <a:pt x="82706" y="82771"/>
                </a:cubicBezTo>
                <a:cubicBezTo>
                  <a:pt x="90149" y="77893"/>
                  <a:pt x="95055" y="69837"/>
                  <a:pt x="97619" y="61335"/>
                </a:cubicBezTo>
                <a:cubicBezTo>
                  <a:pt x="100825" y="50742"/>
                  <a:pt x="102470" y="39090"/>
                  <a:pt x="99571" y="28135"/>
                </a:cubicBezTo>
                <a:cubicBezTo>
                  <a:pt x="97146" y="18853"/>
                  <a:pt x="90288" y="11215"/>
                  <a:pt x="81926" y="6755"/>
                </a:cubicBezTo>
                <a:cubicBezTo>
                  <a:pt x="79222" y="5333"/>
                  <a:pt x="76434" y="4163"/>
                  <a:pt x="73591" y="3131"/>
                </a:cubicBezTo>
                <a:cubicBezTo>
                  <a:pt x="69242" y="1542"/>
                  <a:pt x="64671" y="567"/>
                  <a:pt x="60071" y="149"/>
                </a:cubicBezTo>
                <a:cubicBezTo>
                  <a:pt x="59002" y="57"/>
                  <a:pt x="57917" y="0"/>
                  <a:pt x="5683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Title and text 3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>
            <p:ph type="title"/>
          </p:nvPr>
        </p:nvSpPr>
        <p:spPr>
          <a:xfrm>
            <a:off x="713250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" name="Google Shape;127;p18"/>
          <p:cNvSpPr txBox="1"/>
          <p:nvPr>
            <p:ph idx="1" type="body"/>
          </p:nvPr>
        </p:nvSpPr>
        <p:spPr>
          <a:xfrm>
            <a:off x="713250" y="1257575"/>
            <a:ext cx="2742600" cy="20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128" name="Google Shape;128;p18"/>
          <p:cNvSpPr/>
          <p:nvPr/>
        </p:nvSpPr>
        <p:spPr>
          <a:xfrm rot="-6629057">
            <a:off x="6518038" y="-2078730"/>
            <a:ext cx="3973472" cy="3465921"/>
          </a:xfrm>
          <a:custGeom>
            <a:rect b="b" l="l" r="r" t="t"/>
            <a:pathLst>
              <a:path extrusionOk="0" h="89381" w="102470">
                <a:moveTo>
                  <a:pt x="56831" y="0"/>
                </a:moveTo>
                <a:cubicBezTo>
                  <a:pt x="53643" y="0"/>
                  <a:pt x="50453" y="484"/>
                  <a:pt x="47667" y="1960"/>
                </a:cubicBezTo>
                <a:cubicBezTo>
                  <a:pt x="42008" y="5027"/>
                  <a:pt x="39276" y="11466"/>
                  <a:pt x="36823" y="17431"/>
                </a:cubicBezTo>
                <a:cubicBezTo>
                  <a:pt x="34398" y="23397"/>
                  <a:pt x="31360" y="29808"/>
                  <a:pt x="25478" y="32400"/>
                </a:cubicBezTo>
                <a:cubicBezTo>
                  <a:pt x="20070" y="34825"/>
                  <a:pt x="13492" y="33348"/>
                  <a:pt x="8195" y="35996"/>
                </a:cubicBezTo>
                <a:cubicBezTo>
                  <a:pt x="2648" y="38756"/>
                  <a:pt x="0" y="45613"/>
                  <a:pt x="725" y="51746"/>
                </a:cubicBezTo>
                <a:cubicBezTo>
                  <a:pt x="1450" y="57906"/>
                  <a:pt x="4934" y="63398"/>
                  <a:pt x="9032" y="68053"/>
                </a:cubicBezTo>
                <a:cubicBezTo>
                  <a:pt x="20907" y="81555"/>
                  <a:pt x="38847" y="89381"/>
                  <a:pt x="56778" y="89381"/>
                </a:cubicBezTo>
                <a:cubicBezTo>
                  <a:pt x="60355" y="89381"/>
                  <a:pt x="63931" y="89069"/>
                  <a:pt x="67458" y="88430"/>
                </a:cubicBezTo>
                <a:cubicBezTo>
                  <a:pt x="72810" y="87454"/>
                  <a:pt x="78162" y="85753"/>
                  <a:pt x="82706" y="82771"/>
                </a:cubicBezTo>
                <a:cubicBezTo>
                  <a:pt x="90149" y="77893"/>
                  <a:pt x="95055" y="69837"/>
                  <a:pt x="97619" y="61335"/>
                </a:cubicBezTo>
                <a:cubicBezTo>
                  <a:pt x="100825" y="50742"/>
                  <a:pt x="102470" y="39090"/>
                  <a:pt x="99571" y="28135"/>
                </a:cubicBezTo>
                <a:cubicBezTo>
                  <a:pt x="97146" y="18853"/>
                  <a:pt x="90288" y="11215"/>
                  <a:pt x="81926" y="6755"/>
                </a:cubicBezTo>
                <a:cubicBezTo>
                  <a:pt x="79222" y="5333"/>
                  <a:pt x="76434" y="4163"/>
                  <a:pt x="73591" y="3131"/>
                </a:cubicBezTo>
                <a:cubicBezTo>
                  <a:pt x="69242" y="1542"/>
                  <a:pt x="64671" y="567"/>
                  <a:pt x="60071" y="149"/>
                </a:cubicBezTo>
                <a:cubicBezTo>
                  <a:pt x="59002" y="57"/>
                  <a:pt x="57917" y="0"/>
                  <a:pt x="5683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-370552" y="4542647"/>
            <a:ext cx="1519577" cy="714254"/>
          </a:xfrm>
          <a:custGeom>
            <a:rect b="b" l="l" r="r" t="t"/>
            <a:pathLst>
              <a:path extrusionOk="0" h="22067" w="46944">
                <a:moveTo>
                  <a:pt x="22719" y="0"/>
                </a:moveTo>
                <a:cubicBezTo>
                  <a:pt x="20147" y="0"/>
                  <a:pt x="17573" y="188"/>
                  <a:pt x="15026" y="566"/>
                </a:cubicBezTo>
                <a:cubicBezTo>
                  <a:pt x="11123" y="1151"/>
                  <a:pt x="7109" y="2266"/>
                  <a:pt x="4238" y="4942"/>
                </a:cubicBezTo>
                <a:cubicBezTo>
                  <a:pt x="1367" y="7674"/>
                  <a:pt x="1" y="12301"/>
                  <a:pt x="2064" y="15674"/>
                </a:cubicBezTo>
                <a:cubicBezTo>
                  <a:pt x="3708" y="18378"/>
                  <a:pt x="6942" y="19549"/>
                  <a:pt x="10008" y="20329"/>
                </a:cubicBezTo>
                <a:cubicBezTo>
                  <a:pt x="14675" y="21484"/>
                  <a:pt x="19499" y="22067"/>
                  <a:pt x="24325" y="22067"/>
                </a:cubicBezTo>
                <a:cubicBezTo>
                  <a:pt x="27888" y="22067"/>
                  <a:pt x="31452" y="21749"/>
                  <a:pt x="34957" y="21110"/>
                </a:cubicBezTo>
                <a:cubicBezTo>
                  <a:pt x="38134" y="20525"/>
                  <a:pt x="41452" y="19633"/>
                  <a:pt x="43737" y="17291"/>
                </a:cubicBezTo>
                <a:cubicBezTo>
                  <a:pt x="46079" y="14950"/>
                  <a:pt x="46943" y="11298"/>
                  <a:pt x="45995" y="8120"/>
                </a:cubicBezTo>
                <a:cubicBezTo>
                  <a:pt x="44239" y="2266"/>
                  <a:pt x="39138" y="2378"/>
                  <a:pt x="34232" y="1263"/>
                </a:cubicBezTo>
                <a:cubicBezTo>
                  <a:pt x="30463" y="425"/>
                  <a:pt x="26593" y="0"/>
                  <a:pt x="2271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0" name="Google Shape;130;p18"/>
          <p:cNvGrpSpPr/>
          <p:nvPr/>
        </p:nvGrpSpPr>
        <p:grpSpPr>
          <a:xfrm rot="-2859763">
            <a:off x="8508054" y="3874664"/>
            <a:ext cx="335282" cy="209311"/>
            <a:chOff x="5041635" y="3575776"/>
            <a:chExt cx="335278" cy="209309"/>
          </a:xfrm>
        </p:grpSpPr>
        <p:sp>
          <p:nvSpPr>
            <p:cNvPr id="131" name="Google Shape;131;p18"/>
            <p:cNvSpPr/>
            <p:nvPr/>
          </p:nvSpPr>
          <p:spPr>
            <a:xfrm>
              <a:off x="5042332" y="3575776"/>
              <a:ext cx="334581" cy="209309"/>
            </a:xfrm>
            <a:custGeom>
              <a:rect b="b" l="l" r="r" t="t"/>
              <a:pathLst>
                <a:path extrusionOk="0" h="8406" w="13437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8"/>
            <p:cNvSpPr/>
            <p:nvPr/>
          </p:nvSpPr>
          <p:spPr>
            <a:xfrm>
              <a:off x="5041635" y="3578888"/>
              <a:ext cx="327659" cy="205525"/>
            </a:xfrm>
            <a:custGeom>
              <a:rect b="b" l="l" r="r" t="t"/>
              <a:pathLst>
                <a:path extrusionOk="0" h="8254" w="13159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" name="Google Shape;133;p18"/>
          <p:cNvGrpSpPr/>
          <p:nvPr/>
        </p:nvGrpSpPr>
        <p:grpSpPr>
          <a:xfrm rot="9764795">
            <a:off x="8522160" y="375939"/>
            <a:ext cx="523946" cy="327118"/>
            <a:chOff x="5041635" y="3575776"/>
            <a:chExt cx="335278" cy="209309"/>
          </a:xfrm>
        </p:grpSpPr>
        <p:sp>
          <p:nvSpPr>
            <p:cNvPr id="134" name="Google Shape;134;p18"/>
            <p:cNvSpPr/>
            <p:nvPr/>
          </p:nvSpPr>
          <p:spPr>
            <a:xfrm>
              <a:off x="5042332" y="3575776"/>
              <a:ext cx="334581" cy="209309"/>
            </a:xfrm>
            <a:custGeom>
              <a:rect b="b" l="l" r="r" t="t"/>
              <a:pathLst>
                <a:path extrusionOk="0" h="8406" w="13437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8"/>
            <p:cNvSpPr/>
            <p:nvPr/>
          </p:nvSpPr>
          <p:spPr>
            <a:xfrm>
              <a:off x="5041635" y="3578888"/>
              <a:ext cx="327659" cy="205525"/>
            </a:xfrm>
            <a:custGeom>
              <a:rect b="b" l="l" r="r" t="t"/>
              <a:pathLst>
                <a:path extrusionOk="0" h="8254" w="13159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6" name="Google Shape;136;p18"/>
          <p:cNvSpPr/>
          <p:nvPr/>
        </p:nvSpPr>
        <p:spPr>
          <a:xfrm>
            <a:off x="8865955" y="4226944"/>
            <a:ext cx="217277" cy="219344"/>
          </a:xfrm>
          <a:custGeom>
            <a:rect b="b" l="l" r="r" t="t"/>
            <a:pathLst>
              <a:path extrusionOk="0" fill="none" h="8809" w="8726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7" name="Google Shape;137;p18"/>
          <p:cNvGrpSpPr/>
          <p:nvPr/>
        </p:nvGrpSpPr>
        <p:grpSpPr>
          <a:xfrm rot="-4557575">
            <a:off x="438255" y="4698743"/>
            <a:ext cx="290849" cy="238760"/>
            <a:chOff x="8209488" y="3016721"/>
            <a:chExt cx="290857" cy="238766"/>
          </a:xfrm>
        </p:grpSpPr>
        <p:sp>
          <p:nvSpPr>
            <p:cNvPr id="138" name="Google Shape;138;p18"/>
            <p:cNvSpPr/>
            <p:nvPr/>
          </p:nvSpPr>
          <p:spPr>
            <a:xfrm>
              <a:off x="8209488" y="3017443"/>
              <a:ext cx="290857" cy="238044"/>
            </a:xfrm>
            <a:custGeom>
              <a:rect b="b" l="l" r="r" t="t"/>
              <a:pathLst>
                <a:path extrusionOk="0" h="9560" w="11681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8"/>
            <p:cNvSpPr/>
            <p:nvPr/>
          </p:nvSpPr>
          <p:spPr>
            <a:xfrm>
              <a:off x="8216435" y="3016721"/>
              <a:ext cx="283213" cy="230474"/>
            </a:xfrm>
            <a:custGeom>
              <a:rect b="b" l="l" r="r" t="t"/>
              <a:pathLst>
                <a:path extrusionOk="0" h="9256" w="11374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0" name="Google Shape;140;p18"/>
          <p:cNvGrpSpPr/>
          <p:nvPr/>
        </p:nvGrpSpPr>
        <p:grpSpPr>
          <a:xfrm rot="9764795">
            <a:off x="80448" y="4184601"/>
            <a:ext cx="523946" cy="327118"/>
            <a:chOff x="5041635" y="3575776"/>
            <a:chExt cx="335278" cy="209309"/>
          </a:xfrm>
        </p:grpSpPr>
        <p:sp>
          <p:nvSpPr>
            <p:cNvPr id="141" name="Google Shape;141;p18"/>
            <p:cNvSpPr/>
            <p:nvPr/>
          </p:nvSpPr>
          <p:spPr>
            <a:xfrm>
              <a:off x="5042332" y="3575776"/>
              <a:ext cx="334581" cy="209309"/>
            </a:xfrm>
            <a:custGeom>
              <a:rect b="b" l="l" r="r" t="t"/>
              <a:pathLst>
                <a:path extrusionOk="0" h="8406" w="13437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8"/>
            <p:cNvSpPr/>
            <p:nvPr/>
          </p:nvSpPr>
          <p:spPr>
            <a:xfrm>
              <a:off x="5041635" y="3578888"/>
              <a:ext cx="327659" cy="205525"/>
            </a:xfrm>
            <a:custGeom>
              <a:rect b="b" l="l" r="r" t="t"/>
              <a:pathLst>
                <a:path extrusionOk="0" h="8254" w="13159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3" name="Google Shape;143;p18"/>
          <p:cNvSpPr/>
          <p:nvPr/>
        </p:nvSpPr>
        <p:spPr>
          <a:xfrm>
            <a:off x="7941055" y="225669"/>
            <a:ext cx="217277" cy="219344"/>
          </a:xfrm>
          <a:custGeom>
            <a:rect b="b" l="l" r="r" t="t"/>
            <a:pathLst>
              <a:path extrusionOk="0" fill="none" h="8809" w="8726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8"/>
          <p:cNvSpPr/>
          <p:nvPr/>
        </p:nvSpPr>
        <p:spPr>
          <a:xfrm rot="3636711">
            <a:off x="280595" y="3364672"/>
            <a:ext cx="217295" cy="219362"/>
          </a:xfrm>
          <a:custGeom>
            <a:rect b="b" l="l" r="r" t="t"/>
            <a:pathLst>
              <a:path extrusionOk="0" fill="none" h="8809" w="8726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0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/>
          <p:nvPr>
            <p:ph type="title"/>
          </p:nvPr>
        </p:nvSpPr>
        <p:spPr>
          <a:xfrm>
            <a:off x="5298150" y="539500"/>
            <a:ext cx="3118500" cy="6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7" name="Google Shape;147;p19"/>
          <p:cNvSpPr txBox="1"/>
          <p:nvPr>
            <p:ph idx="1" type="subTitle"/>
          </p:nvPr>
        </p:nvSpPr>
        <p:spPr>
          <a:xfrm>
            <a:off x="5298150" y="1418350"/>
            <a:ext cx="2608800" cy="8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48" name="Google Shape;148;p19"/>
          <p:cNvGrpSpPr/>
          <p:nvPr/>
        </p:nvGrpSpPr>
        <p:grpSpPr>
          <a:xfrm rot="764630">
            <a:off x="8447023" y="420113"/>
            <a:ext cx="290867" cy="238774"/>
            <a:chOff x="8209488" y="3016721"/>
            <a:chExt cx="290857" cy="238766"/>
          </a:xfrm>
        </p:grpSpPr>
        <p:sp>
          <p:nvSpPr>
            <p:cNvPr id="149" name="Google Shape;149;p19"/>
            <p:cNvSpPr/>
            <p:nvPr/>
          </p:nvSpPr>
          <p:spPr>
            <a:xfrm>
              <a:off x="8209488" y="3017443"/>
              <a:ext cx="290857" cy="238044"/>
            </a:xfrm>
            <a:custGeom>
              <a:rect b="b" l="l" r="r" t="t"/>
              <a:pathLst>
                <a:path extrusionOk="0" h="9560" w="11681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9"/>
            <p:cNvSpPr/>
            <p:nvPr/>
          </p:nvSpPr>
          <p:spPr>
            <a:xfrm>
              <a:off x="8216435" y="3016721"/>
              <a:ext cx="283213" cy="230474"/>
            </a:xfrm>
            <a:custGeom>
              <a:rect b="b" l="l" r="r" t="t"/>
              <a:pathLst>
                <a:path extrusionOk="0" h="9256" w="11374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" name="Google Shape;151;p19"/>
          <p:cNvSpPr/>
          <p:nvPr/>
        </p:nvSpPr>
        <p:spPr>
          <a:xfrm flipH="1">
            <a:off x="8720408" y="792219"/>
            <a:ext cx="217277" cy="219344"/>
          </a:xfrm>
          <a:custGeom>
            <a:rect b="b" l="l" r="r" t="t"/>
            <a:pathLst>
              <a:path extrusionOk="0" fill="none" h="8809" w="8726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9"/>
          <p:cNvSpPr/>
          <p:nvPr/>
        </p:nvSpPr>
        <p:spPr>
          <a:xfrm flipH="1" rot="-2028326">
            <a:off x="8069237" y="4635106"/>
            <a:ext cx="1519591" cy="714269"/>
          </a:xfrm>
          <a:custGeom>
            <a:rect b="b" l="l" r="r" t="t"/>
            <a:pathLst>
              <a:path extrusionOk="0" h="22067" w="46944">
                <a:moveTo>
                  <a:pt x="22719" y="0"/>
                </a:moveTo>
                <a:cubicBezTo>
                  <a:pt x="20147" y="0"/>
                  <a:pt x="17573" y="188"/>
                  <a:pt x="15026" y="566"/>
                </a:cubicBezTo>
                <a:cubicBezTo>
                  <a:pt x="11123" y="1151"/>
                  <a:pt x="7109" y="2266"/>
                  <a:pt x="4238" y="4942"/>
                </a:cubicBezTo>
                <a:cubicBezTo>
                  <a:pt x="1367" y="7674"/>
                  <a:pt x="1" y="12301"/>
                  <a:pt x="2064" y="15674"/>
                </a:cubicBezTo>
                <a:cubicBezTo>
                  <a:pt x="3708" y="18378"/>
                  <a:pt x="6942" y="19549"/>
                  <a:pt x="10008" y="20329"/>
                </a:cubicBezTo>
                <a:cubicBezTo>
                  <a:pt x="14675" y="21484"/>
                  <a:pt x="19499" y="22067"/>
                  <a:pt x="24325" y="22067"/>
                </a:cubicBezTo>
                <a:cubicBezTo>
                  <a:pt x="27888" y="22067"/>
                  <a:pt x="31452" y="21749"/>
                  <a:pt x="34957" y="21110"/>
                </a:cubicBezTo>
                <a:cubicBezTo>
                  <a:pt x="38134" y="20525"/>
                  <a:pt x="41452" y="19633"/>
                  <a:pt x="43737" y="17291"/>
                </a:cubicBezTo>
                <a:cubicBezTo>
                  <a:pt x="46079" y="14950"/>
                  <a:pt x="46943" y="11298"/>
                  <a:pt x="45995" y="8120"/>
                </a:cubicBezTo>
                <a:cubicBezTo>
                  <a:pt x="44239" y="2266"/>
                  <a:pt x="39138" y="2378"/>
                  <a:pt x="34232" y="1263"/>
                </a:cubicBezTo>
                <a:cubicBezTo>
                  <a:pt x="30463" y="425"/>
                  <a:pt x="26593" y="0"/>
                  <a:pt x="2271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9"/>
          <p:cNvSpPr/>
          <p:nvPr/>
        </p:nvSpPr>
        <p:spPr>
          <a:xfrm flipH="1" rot="-3636711">
            <a:off x="8720384" y="3647547"/>
            <a:ext cx="217295" cy="219362"/>
          </a:xfrm>
          <a:custGeom>
            <a:rect b="b" l="l" r="r" t="t"/>
            <a:pathLst>
              <a:path extrusionOk="0" fill="none" h="8809" w="8726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4" name="Google Shape;154;p19"/>
          <p:cNvGrpSpPr/>
          <p:nvPr/>
        </p:nvGrpSpPr>
        <p:grpSpPr>
          <a:xfrm flipH="1" rot="-2056206">
            <a:off x="8325797" y="4753092"/>
            <a:ext cx="290860" cy="238768"/>
            <a:chOff x="8209488" y="3016721"/>
            <a:chExt cx="290857" cy="238766"/>
          </a:xfrm>
        </p:grpSpPr>
        <p:sp>
          <p:nvSpPr>
            <p:cNvPr id="155" name="Google Shape;155;p19"/>
            <p:cNvSpPr/>
            <p:nvPr/>
          </p:nvSpPr>
          <p:spPr>
            <a:xfrm>
              <a:off x="8209488" y="3017443"/>
              <a:ext cx="290857" cy="238044"/>
            </a:xfrm>
            <a:custGeom>
              <a:rect b="b" l="l" r="r" t="t"/>
              <a:pathLst>
                <a:path extrusionOk="0" h="9560" w="11681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9"/>
            <p:cNvSpPr/>
            <p:nvPr/>
          </p:nvSpPr>
          <p:spPr>
            <a:xfrm>
              <a:off x="8216435" y="3016721"/>
              <a:ext cx="283213" cy="230474"/>
            </a:xfrm>
            <a:custGeom>
              <a:rect b="b" l="l" r="r" t="t"/>
              <a:pathLst>
                <a:path extrusionOk="0" h="9256" w="11374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7" name="Google Shape;157;p19"/>
          <p:cNvGrpSpPr/>
          <p:nvPr/>
        </p:nvGrpSpPr>
        <p:grpSpPr>
          <a:xfrm flipH="1" rot="-7438244">
            <a:off x="8567065" y="4319566"/>
            <a:ext cx="523946" cy="327121"/>
            <a:chOff x="5041635" y="3575776"/>
            <a:chExt cx="335278" cy="209309"/>
          </a:xfrm>
        </p:grpSpPr>
        <p:sp>
          <p:nvSpPr>
            <p:cNvPr id="158" name="Google Shape;158;p19"/>
            <p:cNvSpPr/>
            <p:nvPr/>
          </p:nvSpPr>
          <p:spPr>
            <a:xfrm>
              <a:off x="5042332" y="3575776"/>
              <a:ext cx="334581" cy="209309"/>
            </a:xfrm>
            <a:custGeom>
              <a:rect b="b" l="l" r="r" t="t"/>
              <a:pathLst>
                <a:path extrusionOk="0" h="8406" w="13437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9"/>
            <p:cNvSpPr/>
            <p:nvPr/>
          </p:nvSpPr>
          <p:spPr>
            <a:xfrm>
              <a:off x="5041635" y="3578888"/>
              <a:ext cx="327659" cy="205525"/>
            </a:xfrm>
            <a:custGeom>
              <a:rect b="b" l="l" r="r" t="t"/>
              <a:pathLst>
                <a:path extrusionOk="0" h="8254" w="13159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0" name="Google Shape;160;p19"/>
          <p:cNvGrpSpPr/>
          <p:nvPr/>
        </p:nvGrpSpPr>
        <p:grpSpPr>
          <a:xfrm flipH="1" rot="-9764795">
            <a:off x="80335" y="180939"/>
            <a:ext cx="523946" cy="327118"/>
            <a:chOff x="5041635" y="3575776"/>
            <a:chExt cx="335278" cy="209309"/>
          </a:xfrm>
        </p:grpSpPr>
        <p:sp>
          <p:nvSpPr>
            <p:cNvPr id="161" name="Google Shape;161;p19"/>
            <p:cNvSpPr/>
            <p:nvPr/>
          </p:nvSpPr>
          <p:spPr>
            <a:xfrm>
              <a:off x="5042332" y="3575776"/>
              <a:ext cx="334581" cy="209309"/>
            </a:xfrm>
            <a:custGeom>
              <a:rect b="b" l="l" r="r" t="t"/>
              <a:pathLst>
                <a:path extrusionOk="0" h="8406" w="13437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9"/>
            <p:cNvSpPr/>
            <p:nvPr/>
          </p:nvSpPr>
          <p:spPr>
            <a:xfrm>
              <a:off x="5041635" y="3578888"/>
              <a:ext cx="327659" cy="205525"/>
            </a:xfrm>
            <a:custGeom>
              <a:rect b="b" l="l" r="r" t="t"/>
              <a:pathLst>
                <a:path extrusionOk="0" h="8254" w="13159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3" name="Google Shape;163;p19"/>
          <p:cNvSpPr/>
          <p:nvPr/>
        </p:nvSpPr>
        <p:spPr>
          <a:xfrm flipH="1">
            <a:off x="1113333" y="178594"/>
            <a:ext cx="217277" cy="219344"/>
          </a:xfrm>
          <a:custGeom>
            <a:rect b="b" l="l" r="r" t="t"/>
            <a:pathLst>
              <a:path extrusionOk="0" fill="none" h="8809" w="8726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6" name="Google Shape;166;p20"/>
          <p:cNvSpPr/>
          <p:nvPr/>
        </p:nvSpPr>
        <p:spPr>
          <a:xfrm rot="-6629057">
            <a:off x="6518038" y="-2078730"/>
            <a:ext cx="3973472" cy="3465921"/>
          </a:xfrm>
          <a:custGeom>
            <a:rect b="b" l="l" r="r" t="t"/>
            <a:pathLst>
              <a:path extrusionOk="0" h="89381" w="102470">
                <a:moveTo>
                  <a:pt x="56831" y="0"/>
                </a:moveTo>
                <a:cubicBezTo>
                  <a:pt x="53643" y="0"/>
                  <a:pt x="50453" y="484"/>
                  <a:pt x="47667" y="1960"/>
                </a:cubicBezTo>
                <a:cubicBezTo>
                  <a:pt x="42008" y="5027"/>
                  <a:pt x="39276" y="11466"/>
                  <a:pt x="36823" y="17431"/>
                </a:cubicBezTo>
                <a:cubicBezTo>
                  <a:pt x="34398" y="23397"/>
                  <a:pt x="31360" y="29808"/>
                  <a:pt x="25478" y="32400"/>
                </a:cubicBezTo>
                <a:cubicBezTo>
                  <a:pt x="20070" y="34825"/>
                  <a:pt x="13492" y="33348"/>
                  <a:pt x="8195" y="35996"/>
                </a:cubicBezTo>
                <a:cubicBezTo>
                  <a:pt x="2648" y="38756"/>
                  <a:pt x="0" y="45613"/>
                  <a:pt x="725" y="51746"/>
                </a:cubicBezTo>
                <a:cubicBezTo>
                  <a:pt x="1450" y="57906"/>
                  <a:pt x="4934" y="63398"/>
                  <a:pt x="9032" y="68053"/>
                </a:cubicBezTo>
                <a:cubicBezTo>
                  <a:pt x="20907" y="81555"/>
                  <a:pt x="38847" y="89381"/>
                  <a:pt x="56778" y="89381"/>
                </a:cubicBezTo>
                <a:cubicBezTo>
                  <a:pt x="60355" y="89381"/>
                  <a:pt x="63931" y="89069"/>
                  <a:pt x="67458" y="88430"/>
                </a:cubicBezTo>
                <a:cubicBezTo>
                  <a:pt x="72810" y="87454"/>
                  <a:pt x="78162" y="85753"/>
                  <a:pt x="82706" y="82771"/>
                </a:cubicBezTo>
                <a:cubicBezTo>
                  <a:pt x="90149" y="77893"/>
                  <a:pt x="95055" y="69837"/>
                  <a:pt x="97619" y="61335"/>
                </a:cubicBezTo>
                <a:cubicBezTo>
                  <a:pt x="100825" y="50742"/>
                  <a:pt x="102470" y="39090"/>
                  <a:pt x="99571" y="28135"/>
                </a:cubicBezTo>
                <a:cubicBezTo>
                  <a:pt x="97146" y="18853"/>
                  <a:pt x="90288" y="11215"/>
                  <a:pt x="81926" y="6755"/>
                </a:cubicBezTo>
                <a:cubicBezTo>
                  <a:pt x="79222" y="5333"/>
                  <a:pt x="76434" y="4163"/>
                  <a:pt x="73591" y="3131"/>
                </a:cubicBezTo>
                <a:cubicBezTo>
                  <a:pt x="69242" y="1542"/>
                  <a:pt x="64671" y="567"/>
                  <a:pt x="60071" y="149"/>
                </a:cubicBezTo>
                <a:cubicBezTo>
                  <a:pt x="59002" y="57"/>
                  <a:pt x="57917" y="0"/>
                  <a:pt x="5683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7" name="Google Shape;167;p20"/>
          <p:cNvGrpSpPr/>
          <p:nvPr/>
        </p:nvGrpSpPr>
        <p:grpSpPr>
          <a:xfrm rot="9764795">
            <a:off x="295885" y="4611789"/>
            <a:ext cx="523946" cy="327118"/>
            <a:chOff x="5041635" y="3575776"/>
            <a:chExt cx="335278" cy="209309"/>
          </a:xfrm>
        </p:grpSpPr>
        <p:sp>
          <p:nvSpPr>
            <p:cNvPr id="168" name="Google Shape;168;p20"/>
            <p:cNvSpPr/>
            <p:nvPr/>
          </p:nvSpPr>
          <p:spPr>
            <a:xfrm>
              <a:off x="5042332" y="3575776"/>
              <a:ext cx="334581" cy="209309"/>
            </a:xfrm>
            <a:custGeom>
              <a:rect b="b" l="l" r="r" t="t"/>
              <a:pathLst>
                <a:path extrusionOk="0" h="8406" w="13437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20"/>
            <p:cNvSpPr/>
            <p:nvPr/>
          </p:nvSpPr>
          <p:spPr>
            <a:xfrm>
              <a:off x="5041635" y="3578888"/>
              <a:ext cx="327659" cy="205525"/>
            </a:xfrm>
            <a:custGeom>
              <a:rect b="b" l="l" r="r" t="t"/>
              <a:pathLst>
                <a:path extrusionOk="0" h="8254" w="13159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0" name="Google Shape;170;p20"/>
          <p:cNvGrpSpPr/>
          <p:nvPr/>
        </p:nvGrpSpPr>
        <p:grpSpPr>
          <a:xfrm rot="-2859763">
            <a:off x="144854" y="4165489"/>
            <a:ext cx="335282" cy="209311"/>
            <a:chOff x="5041635" y="3575776"/>
            <a:chExt cx="335278" cy="209309"/>
          </a:xfrm>
        </p:grpSpPr>
        <p:sp>
          <p:nvSpPr>
            <p:cNvPr id="171" name="Google Shape;171;p20"/>
            <p:cNvSpPr/>
            <p:nvPr/>
          </p:nvSpPr>
          <p:spPr>
            <a:xfrm>
              <a:off x="5042332" y="3575776"/>
              <a:ext cx="334581" cy="209309"/>
            </a:xfrm>
            <a:custGeom>
              <a:rect b="b" l="l" r="r" t="t"/>
              <a:pathLst>
                <a:path extrusionOk="0" h="8406" w="13437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20"/>
            <p:cNvSpPr/>
            <p:nvPr/>
          </p:nvSpPr>
          <p:spPr>
            <a:xfrm>
              <a:off x="5041635" y="3578888"/>
              <a:ext cx="327659" cy="205525"/>
            </a:xfrm>
            <a:custGeom>
              <a:rect b="b" l="l" r="r" t="t"/>
              <a:pathLst>
                <a:path extrusionOk="0" h="8254" w="13159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3" name="Google Shape;173;p20"/>
          <p:cNvGrpSpPr/>
          <p:nvPr/>
        </p:nvGrpSpPr>
        <p:grpSpPr>
          <a:xfrm rot="-4557575">
            <a:off x="8655355" y="771018"/>
            <a:ext cx="290849" cy="238760"/>
            <a:chOff x="8209488" y="3016721"/>
            <a:chExt cx="290857" cy="238766"/>
          </a:xfrm>
        </p:grpSpPr>
        <p:sp>
          <p:nvSpPr>
            <p:cNvPr id="174" name="Google Shape;174;p20"/>
            <p:cNvSpPr/>
            <p:nvPr/>
          </p:nvSpPr>
          <p:spPr>
            <a:xfrm>
              <a:off x="8209488" y="3017443"/>
              <a:ext cx="290857" cy="238044"/>
            </a:xfrm>
            <a:custGeom>
              <a:rect b="b" l="l" r="r" t="t"/>
              <a:pathLst>
                <a:path extrusionOk="0" h="9560" w="11681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20"/>
            <p:cNvSpPr/>
            <p:nvPr/>
          </p:nvSpPr>
          <p:spPr>
            <a:xfrm>
              <a:off x="8216435" y="3016721"/>
              <a:ext cx="283213" cy="230474"/>
            </a:xfrm>
            <a:custGeom>
              <a:rect b="b" l="l" r="r" t="t"/>
              <a:pathLst>
                <a:path extrusionOk="0" h="9256" w="11374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6" name="Google Shape;176;p20"/>
          <p:cNvGrpSpPr/>
          <p:nvPr/>
        </p:nvGrpSpPr>
        <p:grpSpPr>
          <a:xfrm rot="9764795">
            <a:off x="8297548" y="256876"/>
            <a:ext cx="523946" cy="327118"/>
            <a:chOff x="5041635" y="3575776"/>
            <a:chExt cx="335278" cy="209309"/>
          </a:xfrm>
        </p:grpSpPr>
        <p:sp>
          <p:nvSpPr>
            <p:cNvPr id="177" name="Google Shape;177;p20"/>
            <p:cNvSpPr/>
            <p:nvPr/>
          </p:nvSpPr>
          <p:spPr>
            <a:xfrm>
              <a:off x="5042332" y="3575776"/>
              <a:ext cx="334581" cy="209309"/>
            </a:xfrm>
            <a:custGeom>
              <a:rect b="b" l="l" r="r" t="t"/>
              <a:pathLst>
                <a:path extrusionOk="0" h="8406" w="13437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20"/>
            <p:cNvSpPr/>
            <p:nvPr/>
          </p:nvSpPr>
          <p:spPr>
            <a:xfrm>
              <a:off x="5041635" y="3578888"/>
              <a:ext cx="327659" cy="205525"/>
            </a:xfrm>
            <a:custGeom>
              <a:rect b="b" l="l" r="r" t="t"/>
              <a:pathLst>
                <a:path extrusionOk="0" h="8254" w="13159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9" name="Google Shape;179;p20"/>
          <p:cNvSpPr/>
          <p:nvPr/>
        </p:nvSpPr>
        <p:spPr>
          <a:xfrm>
            <a:off x="7725688" y="162547"/>
            <a:ext cx="217277" cy="219344"/>
          </a:xfrm>
          <a:custGeom>
            <a:rect b="b" l="l" r="r" t="t"/>
            <a:pathLst>
              <a:path extrusionOk="0" fill="none" h="8809" w="8726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264855" y="3291944"/>
            <a:ext cx="217277" cy="219344"/>
          </a:xfrm>
          <a:custGeom>
            <a:rect b="b" l="l" r="r" t="t"/>
            <a:pathLst>
              <a:path extrusionOk="0" fill="none" h="8809" w="8726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3" name="Google Shape;183;p21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4" name="Google Shape;184;p21"/>
          <p:cNvSpPr/>
          <p:nvPr/>
        </p:nvSpPr>
        <p:spPr>
          <a:xfrm flipH="1" rot="6629057">
            <a:off x="-1210449" y="-1486155"/>
            <a:ext cx="3973472" cy="3465921"/>
          </a:xfrm>
          <a:custGeom>
            <a:rect b="b" l="l" r="r" t="t"/>
            <a:pathLst>
              <a:path extrusionOk="0" h="89381" w="102470">
                <a:moveTo>
                  <a:pt x="56831" y="0"/>
                </a:moveTo>
                <a:cubicBezTo>
                  <a:pt x="53643" y="0"/>
                  <a:pt x="50453" y="484"/>
                  <a:pt x="47667" y="1960"/>
                </a:cubicBezTo>
                <a:cubicBezTo>
                  <a:pt x="42008" y="5027"/>
                  <a:pt x="39276" y="11466"/>
                  <a:pt x="36823" y="17431"/>
                </a:cubicBezTo>
                <a:cubicBezTo>
                  <a:pt x="34398" y="23397"/>
                  <a:pt x="31360" y="29808"/>
                  <a:pt x="25478" y="32400"/>
                </a:cubicBezTo>
                <a:cubicBezTo>
                  <a:pt x="20070" y="34825"/>
                  <a:pt x="13492" y="33348"/>
                  <a:pt x="8195" y="35996"/>
                </a:cubicBezTo>
                <a:cubicBezTo>
                  <a:pt x="2648" y="38756"/>
                  <a:pt x="0" y="45613"/>
                  <a:pt x="725" y="51746"/>
                </a:cubicBezTo>
                <a:cubicBezTo>
                  <a:pt x="1450" y="57906"/>
                  <a:pt x="4934" y="63398"/>
                  <a:pt x="9032" y="68053"/>
                </a:cubicBezTo>
                <a:cubicBezTo>
                  <a:pt x="20907" y="81555"/>
                  <a:pt x="38847" y="89381"/>
                  <a:pt x="56778" y="89381"/>
                </a:cubicBezTo>
                <a:cubicBezTo>
                  <a:pt x="60355" y="89381"/>
                  <a:pt x="63931" y="89069"/>
                  <a:pt x="67458" y="88430"/>
                </a:cubicBezTo>
                <a:cubicBezTo>
                  <a:pt x="72810" y="87454"/>
                  <a:pt x="78162" y="85753"/>
                  <a:pt x="82706" y="82771"/>
                </a:cubicBezTo>
                <a:cubicBezTo>
                  <a:pt x="90149" y="77893"/>
                  <a:pt x="95055" y="69837"/>
                  <a:pt x="97619" y="61335"/>
                </a:cubicBezTo>
                <a:cubicBezTo>
                  <a:pt x="100825" y="50742"/>
                  <a:pt x="102470" y="39090"/>
                  <a:pt x="99571" y="28135"/>
                </a:cubicBezTo>
                <a:cubicBezTo>
                  <a:pt x="97146" y="18853"/>
                  <a:pt x="90288" y="11215"/>
                  <a:pt x="81926" y="6755"/>
                </a:cubicBezTo>
                <a:cubicBezTo>
                  <a:pt x="79222" y="5333"/>
                  <a:pt x="76434" y="4163"/>
                  <a:pt x="73591" y="3131"/>
                </a:cubicBezTo>
                <a:cubicBezTo>
                  <a:pt x="69242" y="1542"/>
                  <a:pt x="64671" y="567"/>
                  <a:pt x="60071" y="149"/>
                </a:cubicBezTo>
                <a:cubicBezTo>
                  <a:pt x="59002" y="57"/>
                  <a:pt x="57917" y="0"/>
                  <a:pt x="5683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5" name="Google Shape;185;p21"/>
          <p:cNvGrpSpPr/>
          <p:nvPr/>
        </p:nvGrpSpPr>
        <p:grpSpPr>
          <a:xfrm rot="-10190042">
            <a:off x="223176" y="489768"/>
            <a:ext cx="290857" cy="238766"/>
            <a:chOff x="8209488" y="3016721"/>
            <a:chExt cx="290857" cy="238766"/>
          </a:xfrm>
        </p:grpSpPr>
        <p:sp>
          <p:nvSpPr>
            <p:cNvPr id="186" name="Google Shape;186;p21"/>
            <p:cNvSpPr/>
            <p:nvPr/>
          </p:nvSpPr>
          <p:spPr>
            <a:xfrm>
              <a:off x="8209488" y="3017443"/>
              <a:ext cx="290857" cy="238044"/>
            </a:xfrm>
            <a:custGeom>
              <a:rect b="b" l="l" r="r" t="t"/>
              <a:pathLst>
                <a:path extrusionOk="0" h="9560" w="11681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21"/>
            <p:cNvSpPr/>
            <p:nvPr/>
          </p:nvSpPr>
          <p:spPr>
            <a:xfrm>
              <a:off x="8216435" y="3016721"/>
              <a:ext cx="283213" cy="230474"/>
            </a:xfrm>
            <a:custGeom>
              <a:rect b="b" l="l" r="r" t="t"/>
              <a:pathLst>
                <a:path extrusionOk="0" h="9256" w="11374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8" name="Google Shape;188;p21"/>
          <p:cNvGrpSpPr/>
          <p:nvPr/>
        </p:nvGrpSpPr>
        <p:grpSpPr>
          <a:xfrm rot="-4557575">
            <a:off x="8504955" y="975280"/>
            <a:ext cx="290849" cy="238760"/>
            <a:chOff x="8209488" y="3016721"/>
            <a:chExt cx="290857" cy="238766"/>
          </a:xfrm>
        </p:grpSpPr>
        <p:sp>
          <p:nvSpPr>
            <p:cNvPr id="189" name="Google Shape;189;p21"/>
            <p:cNvSpPr/>
            <p:nvPr/>
          </p:nvSpPr>
          <p:spPr>
            <a:xfrm>
              <a:off x="8209488" y="3017443"/>
              <a:ext cx="290857" cy="238044"/>
            </a:xfrm>
            <a:custGeom>
              <a:rect b="b" l="l" r="r" t="t"/>
              <a:pathLst>
                <a:path extrusionOk="0" h="9560" w="11681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1"/>
            <p:cNvSpPr/>
            <p:nvPr/>
          </p:nvSpPr>
          <p:spPr>
            <a:xfrm>
              <a:off x="8216435" y="3016721"/>
              <a:ext cx="283213" cy="230474"/>
            </a:xfrm>
            <a:custGeom>
              <a:rect b="b" l="l" r="r" t="t"/>
              <a:pathLst>
                <a:path extrusionOk="0" h="9256" w="11374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1" name="Google Shape;191;p21"/>
          <p:cNvGrpSpPr/>
          <p:nvPr/>
        </p:nvGrpSpPr>
        <p:grpSpPr>
          <a:xfrm rot="9764795">
            <a:off x="8160910" y="217026"/>
            <a:ext cx="523946" cy="327118"/>
            <a:chOff x="5041635" y="3575776"/>
            <a:chExt cx="335278" cy="209309"/>
          </a:xfrm>
        </p:grpSpPr>
        <p:sp>
          <p:nvSpPr>
            <p:cNvPr id="192" name="Google Shape;192;p21"/>
            <p:cNvSpPr/>
            <p:nvPr/>
          </p:nvSpPr>
          <p:spPr>
            <a:xfrm>
              <a:off x="5042332" y="3575776"/>
              <a:ext cx="334581" cy="209309"/>
            </a:xfrm>
            <a:custGeom>
              <a:rect b="b" l="l" r="r" t="t"/>
              <a:pathLst>
                <a:path extrusionOk="0" h="8406" w="13437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21"/>
            <p:cNvSpPr/>
            <p:nvPr/>
          </p:nvSpPr>
          <p:spPr>
            <a:xfrm>
              <a:off x="5041635" y="3578888"/>
              <a:ext cx="327659" cy="205525"/>
            </a:xfrm>
            <a:custGeom>
              <a:rect b="b" l="l" r="r" t="t"/>
              <a:pathLst>
                <a:path extrusionOk="0" h="8254" w="13159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4" name="Google Shape;194;p21"/>
          <p:cNvSpPr/>
          <p:nvPr/>
        </p:nvSpPr>
        <p:spPr>
          <a:xfrm>
            <a:off x="7314413" y="270897"/>
            <a:ext cx="217277" cy="219344"/>
          </a:xfrm>
          <a:custGeom>
            <a:rect b="b" l="l" r="r" t="t"/>
            <a:pathLst>
              <a:path extrusionOk="0" fill="none" h="8809" w="8726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1366163" y="204372"/>
            <a:ext cx="217277" cy="219344"/>
          </a:xfrm>
          <a:custGeom>
            <a:rect b="b" l="l" r="r" t="t"/>
            <a:pathLst>
              <a:path extrusionOk="0" fill="none" h="8809" w="8726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6" name="Google Shape;196;p21"/>
          <p:cNvGrpSpPr/>
          <p:nvPr/>
        </p:nvGrpSpPr>
        <p:grpSpPr>
          <a:xfrm rot="-4557575">
            <a:off x="263117" y="4314580"/>
            <a:ext cx="290849" cy="238760"/>
            <a:chOff x="8209488" y="3016721"/>
            <a:chExt cx="290857" cy="238766"/>
          </a:xfrm>
        </p:grpSpPr>
        <p:sp>
          <p:nvSpPr>
            <p:cNvPr id="197" name="Google Shape;197;p21"/>
            <p:cNvSpPr/>
            <p:nvPr/>
          </p:nvSpPr>
          <p:spPr>
            <a:xfrm>
              <a:off x="8209488" y="3017443"/>
              <a:ext cx="290857" cy="238044"/>
            </a:xfrm>
            <a:custGeom>
              <a:rect b="b" l="l" r="r" t="t"/>
              <a:pathLst>
                <a:path extrusionOk="0" h="9560" w="11681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21"/>
            <p:cNvSpPr/>
            <p:nvPr/>
          </p:nvSpPr>
          <p:spPr>
            <a:xfrm>
              <a:off x="8216435" y="3016721"/>
              <a:ext cx="283213" cy="230474"/>
            </a:xfrm>
            <a:custGeom>
              <a:rect b="b" l="l" r="r" t="t"/>
              <a:pathLst>
                <a:path extrusionOk="0" h="9256" w="11374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/>
          <p:nvPr/>
        </p:nvSpPr>
        <p:spPr>
          <a:xfrm>
            <a:off x="-370552" y="4542647"/>
            <a:ext cx="1519577" cy="714254"/>
          </a:xfrm>
          <a:custGeom>
            <a:rect b="b" l="l" r="r" t="t"/>
            <a:pathLst>
              <a:path extrusionOk="0" h="22067" w="46944">
                <a:moveTo>
                  <a:pt x="22719" y="0"/>
                </a:moveTo>
                <a:cubicBezTo>
                  <a:pt x="20147" y="0"/>
                  <a:pt x="17573" y="188"/>
                  <a:pt x="15026" y="566"/>
                </a:cubicBezTo>
                <a:cubicBezTo>
                  <a:pt x="11123" y="1151"/>
                  <a:pt x="7109" y="2266"/>
                  <a:pt x="4238" y="4942"/>
                </a:cubicBezTo>
                <a:cubicBezTo>
                  <a:pt x="1367" y="7674"/>
                  <a:pt x="1" y="12301"/>
                  <a:pt x="2064" y="15674"/>
                </a:cubicBezTo>
                <a:cubicBezTo>
                  <a:pt x="3708" y="18378"/>
                  <a:pt x="6942" y="19549"/>
                  <a:pt x="10008" y="20329"/>
                </a:cubicBezTo>
                <a:cubicBezTo>
                  <a:pt x="14675" y="21484"/>
                  <a:pt x="19499" y="22067"/>
                  <a:pt x="24325" y="22067"/>
                </a:cubicBezTo>
                <a:cubicBezTo>
                  <a:pt x="27888" y="22067"/>
                  <a:pt x="31452" y="21749"/>
                  <a:pt x="34957" y="21110"/>
                </a:cubicBezTo>
                <a:cubicBezTo>
                  <a:pt x="38134" y="20525"/>
                  <a:pt x="41452" y="19633"/>
                  <a:pt x="43737" y="17291"/>
                </a:cubicBezTo>
                <a:cubicBezTo>
                  <a:pt x="46079" y="14950"/>
                  <a:pt x="46943" y="11298"/>
                  <a:pt x="45995" y="8120"/>
                </a:cubicBezTo>
                <a:cubicBezTo>
                  <a:pt x="44239" y="2266"/>
                  <a:pt x="39138" y="2378"/>
                  <a:pt x="34232" y="1263"/>
                </a:cubicBezTo>
                <a:cubicBezTo>
                  <a:pt x="30463" y="425"/>
                  <a:pt x="26593" y="0"/>
                  <a:pt x="2271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3"/>
          <p:cNvSpPr/>
          <p:nvPr/>
        </p:nvSpPr>
        <p:spPr>
          <a:xfrm rot="3636711">
            <a:off x="280595" y="3364672"/>
            <a:ext cx="217295" cy="219362"/>
          </a:xfrm>
          <a:custGeom>
            <a:rect b="b" l="l" r="r" t="t"/>
            <a:pathLst>
              <a:path extrusionOk="0" fill="none" h="8809" w="8726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3" name="Google Shape;203;p23"/>
          <p:cNvGrpSpPr/>
          <p:nvPr/>
        </p:nvGrpSpPr>
        <p:grpSpPr>
          <a:xfrm rot="-4557575">
            <a:off x="438255" y="4698743"/>
            <a:ext cx="290849" cy="238760"/>
            <a:chOff x="8209488" y="3016721"/>
            <a:chExt cx="290857" cy="238766"/>
          </a:xfrm>
        </p:grpSpPr>
        <p:sp>
          <p:nvSpPr>
            <p:cNvPr id="204" name="Google Shape;204;p23"/>
            <p:cNvSpPr/>
            <p:nvPr/>
          </p:nvSpPr>
          <p:spPr>
            <a:xfrm>
              <a:off x="8209488" y="3017443"/>
              <a:ext cx="290857" cy="238044"/>
            </a:xfrm>
            <a:custGeom>
              <a:rect b="b" l="l" r="r" t="t"/>
              <a:pathLst>
                <a:path extrusionOk="0" h="9560" w="11681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23"/>
            <p:cNvSpPr/>
            <p:nvPr/>
          </p:nvSpPr>
          <p:spPr>
            <a:xfrm>
              <a:off x="8216435" y="3016721"/>
              <a:ext cx="283213" cy="230474"/>
            </a:xfrm>
            <a:custGeom>
              <a:rect b="b" l="l" r="r" t="t"/>
              <a:pathLst>
                <a:path extrusionOk="0" h="9256" w="11374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6" name="Google Shape;206;p23"/>
          <p:cNvGrpSpPr/>
          <p:nvPr/>
        </p:nvGrpSpPr>
        <p:grpSpPr>
          <a:xfrm rot="9764795">
            <a:off x="80448" y="4184601"/>
            <a:ext cx="523946" cy="327118"/>
            <a:chOff x="5041635" y="3575776"/>
            <a:chExt cx="335278" cy="209309"/>
          </a:xfrm>
        </p:grpSpPr>
        <p:sp>
          <p:nvSpPr>
            <p:cNvPr id="207" name="Google Shape;207;p23"/>
            <p:cNvSpPr/>
            <p:nvPr/>
          </p:nvSpPr>
          <p:spPr>
            <a:xfrm>
              <a:off x="5042332" y="3575776"/>
              <a:ext cx="334581" cy="209309"/>
            </a:xfrm>
            <a:custGeom>
              <a:rect b="b" l="l" r="r" t="t"/>
              <a:pathLst>
                <a:path extrusionOk="0" h="8406" w="13437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23"/>
            <p:cNvSpPr/>
            <p:nvPr/>
          </p:nvSpPr>
          <p:spPr>
            <a:xfrm>
              <a:off x="5041635" y="3578888"/>
              <a:ext cx="327659" cy="205525"/>
            </a:xfrm>
            <a:custGeom>
              <a:rect b="b" l="l" r="r" t="t"/>
              <a:pathLst>
                <a:path extrusionOk="0" h="8254" w="13159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9" name="Google Shape;209;p23"/>
          <p:cNvSpPr/>
          <p:nvPr/>
        </p:nvSpPr>
        <p:spPr>
          <a:xfrm rot="-6629057">
            <a:off x="6518038" y="-2078730"/>
            <a:ext cx="3973472" cy="3465921"/>
          </a:xfrm>
          <a:custGeom>
            <a:rect b="b" l="l" r="r" t="t"/>
            <a:pathLst>
              <a:path extrusionOk="0" h="89381" w="102470">
                <a:moveTo>
                  <a:pt x="56831" y="0"/>
                </a:moveTo>
                <a:cubicBezTo>
                  <a:pt x="53643" y="0"/>
                  <a:pt x="50453" y="484"/>
                  <a:pt x="47667" y="1960"/>
                </a:cubicBezTo>
                <a:cubicBezTo>
                  <a:pt x="42008" y="5027"/>
                  <a:pt x="39276" y="11466"/>
                  <a:pt x="36823" y="17431"/>
                </a:cubicBezTo>
                <a:cubicBezTo>
                  <a:pt x="34398" y="23397"/>
                  <a:pt x="31360" y="29808"/>
                  <a:pt x="25478" y="32400"/>
                </a:cubicBezTo>
                <a:cubicBezTo>
                  <a:pt x="20070" y="34825"/>
                  <a:pt x="13492" y="33348"/>
                  <a:pt x="8195" y="35996"/>
                </a:cubicBezTo>
                <a:cubicBezTo>
                  <a:pt x="2648" y="38756"/>
                  <a:pt x="0" y="45613"/>
                  <a:pt x="725" y="51746"/>
                </a:cubicBezTo>
                <a:cubicBezTo>
                  <a:pt x="1450" y="57906"/>
                  <a:pt x="4934" y="63398"/>
                  <a:pt x="9032" y="68053"/>
                </a:cubicBezTo>
                <a:cubicBezTo>
                  <a:pt x="20907" y="81555"/>
                  <a:pt x="38847" y="89381"/>
                  <a:pt x="56778" y="89381"/>
                </a:cubicBezTo>
                <a:cubicBezTo>
                  <a:pt x="60355" y="89381"/>
                  <a:pt x="63931" y="89069"/>
                  <a:pt x="67458" y="88430"/>
                </a:cubicBezTo>
                <a:cubicBezTo>
                  <a:pt x="72810" y="87454"/>
                  <a:pt x="78162" y="85753"/>
                  <a:pt x="82706" y="82771"/>
                </a:cubicBezTo>
                <a:cubicBezTo>
                  <a:pt x="90149" y="77893"/>
                  <a:pt x="95055" y="69837"/>
                  <a:pt x="97619" y="61335"/>
                </a:cubicBezTo>
                <a:cubicBezTo>
                  <a:pt x="100825" y="50742"/>
                  <a:pt x="102470" y="39090"/>
                  <a:pt x="99571" y="28135"/>
                </a:cubicBezTo>
                <a:cubicBezTo>
                  <a:pt x="97146" y="18853"/>
                  <a:pt x="90288" y="11215"/>
                  <a:pt x="81926" y="6755"/>
                </a:cubicBezTo>
                <a:cubicBezTo>
                  <a:pt x="79222" y="5333"/>
                  <a:pt x="76434" y="4163"/>
                  <a:pt x="73591" y="3131"/>
                </a:cubicBezTo>
                <a:cubicBezTo>
                  <a:pt x="69242" y="1542"/>
                  <a:pt x="64671" y="567"/>
                  <a:pt x="60071" y="149"/>
                </a:cubicBezTo>
                <a:cubicBezTo>
                  <a:pt x="59002" y="57"/>
                  <a:pt x="57917" y="0"/>
                  <a:pt x="5683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0" name="Google Shape;210;p23"/>
          <p:cNvGrpSpPr/>
          <p:nvPr/>
        </p:nvGrpSpPr>
        <p:grpSpPr>
          <a:xfrm rot="-2859763">
            <a:off x="8508054" y="3874664"/>
            <a:ext cx="335282" cy="209311"/>
            <a:chOff x="5041635" y="3575776"/>
            <a:chExt cx="335278" cy="209309"/>
          </a:xfrm>
        </p:grpSpPr>
        <p:sp>
          <p:nvSpPr>
            <p:cNvPr id="211" name="Google Shape;211;p23"/>
            <p:cNvSpPr/>
            <p:nvPr/>
          </p:nvSpPr>
          <p:spPr>
            <a:xfrm>
              <a:off x="5042332" y="3575776"/>
              <a:ext cx="334581" cy="209309"/>
            </a:xfrm>
            <a:custGeom>
              <a:rect b="b" l="l" r="r" t="t"/>
              <a:pathLst>
                <a:path extrusionOk="0" h="8406" w="13437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3"/>
            <p:cNvSpPr/>
            <p:nvPr/>
          </p:nvSpPr>
          <p:spPr>
            <a:xfrm>
              <a:off x="5041635" y="3578888"/>
              <a:ext cx="327659" cy="205525"/>
            </a:xfrm>
            <a:custGeom>
              <a:rect b="b" l="l" r="r" t="t"/>
              <a:pathLst>
                <a:path extrusionOk="0" h="8254" w="13159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3" name="Google Shape;213;p23"/>
          <p:cNvGrpSpPr/>
          <p:nvPr/>
        </p:nvGrpSpPr>
        <p:grpSpPr>
          <a:xfrm rot="9764795">
            <a:off x="8522160" y="375939"/>
            <a:ext cx="523946" cy="327118"/>
            <a:chOff x="5041635" y="3575776"/>
            <a:chExt cx="335278" cy="209309"/>
          </a:xfrm>
        </p:grpSpPr>
        <p:sp>
          <p:nvSpPr>
            <p:cNvPr id="214" name="Google Shape;214;p23"/>
            <p:cNvSpPr/>
            <p:nvPr/>
          </p:nvSpPr>
          <p:spPr>
            <a:xfrm>
              <a:off x="5042332" y="3575776"/>
              <a:ext cx="334581" cy="209309"/>
            </a:xfrm>
            <a:custGeom>
              <a:rect b="b" l="l" r="r" t="t"/>
              <a:pathLst>
                <a:path extrusionOk="0" h="8406" w="13437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3"/>
            <p:cNvSpPr/>
            <p:nvPr/>
          </p:nvSpPr>
          <p:spPr>
            <a:xfrm>
              <a:off x="5041635" y="3578888"/>
              <a:ext cx="327659" cy="205525"/>
            </a:xfrm>
            <a:custGeom>
              <a:rect b="b" l="l" r="r" t="t"/>
              <a:pathLst>
                <a:path extrusionOk="0" h="8254" w="13159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6" name="Google Shape;216;p23"/>
          <p:cNvSpPr/>
          <p:nvPr/>
        </p:nvSpPr>
        <p:spPr>
          <a:xfrm>
            <a:off x="8865955" y="4226944"/>
            <a:ext cx="217277" cy="219344"/>
          </a:xfrm>
          <a:custGeom>
            <a:rect b="b" l="l" r="r" t="t"/>
            <a:pathLst>
              <a:path extrusionOk="0" fill="none" h="8809" w="8726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7941055" y="225669"/>
            <a:ext cx="217277" cy="219344"/>
          </a:xfrm>
          <a:custGeom>
            <a:rect b="b" l="l" r="r" t="t"/>
            <a:pathLst>
              <a:path extrusionOk="0" fill="none" h="8809" w="8726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cellus"/>
              <a:buNone/>
              <a:defRPr b="0" i="0" sz="30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cellus"/>
              <a:buNone/>
              <a:defRPr b="0" i="0" sz="30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cellus"/>
              <a:buNone/>
              <a:defRPr b="0" i="0" sz="30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cellus"/>
              <a:buNone/>
              <a:defRPr b="0" i="0" sz="30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cellus"/>
              <a:buNone/>
              <a:defRPr b="0" i="0" sz="30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cellus"/>
              <a:buNone/>
              <a:defRPr b="0" i="0" sz="30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cellus"/>
              <a:buNone/>
              <a:defRPr b="0" i="0" sz="30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cellus"/>
              <a:buNone/>
              <a:defRPr b="0" i="0" sz="30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cellus"/>
              <a:buNone/>
              <a:defRPr b="0" i="0" sz="30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Char char="●"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Char char="○"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Char char="■"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Char char="●"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Char char="○"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Char char="■"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Char char="●"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Char char="○"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Char char="■"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EF9F1"/>
            </a:gs>
            <a:gs pos="74000">
              <a:srgbClr val="F7D09A"/>
            </a:gs>
            <a:gs pos="83000">
              <a:srgbClr val="F7D09A"/>
            </a:gs>
            <a:gs pos="100000">
              <a:srgbClr val="FADFBB"/>
            </a:gs>
          </a:gsLst>
          <a:lin ang="5400000" scaled="0"/>
        </a:gra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4"/>
          <p:cNvSpPr txBox="1"/>
          <p:nvPr>
            <p:ph idx="1" type="subTitle"/>
          </p:nvPr>
        </p:nvSpPr>
        <p:spPr>
          <a:xfrm>
            <a:off x="966450" y="2695975"/>
            <a:ext cx="27987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sk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grpSp>
        <p:nvGrpSpPr>
          <p:cNvPr id="223" name="Google Shape;223;p24"/>
          <p:cNvGrpSpPr/>
          <p:nvPr/>
        </p:nvGrpSpPr>
        <p:grpSpPr>
          <a:xfrm rot="-8004829">
            <a:off x="439301" y="3515264"/>
            <a:ext cx="523946" cy="327118"/>
            <a:chOff x="5041635" y="3575776"/>
            <a:chExt cx="335278" cy="209309"/>
          </a:xfrm>
        </p:grpSpPr>
        <p:sp>
          <p:nvSpPr>
            <p:cNvPr id="224" name="Google Shape;224;p24"/>
            <p:cNvSpPr/>
            <p:nvPr/>
          </p:nvSpPr>
          <p:spPr>
            <a:xfrm>
              <a:off x="5042332" y="3575776"/>
              <a:ext cx="334581" cy="209309"/>
            </a:xfrm>
            <a:custGeom>
              <a:rect b="b" l="l" r="r" t="t"/>
              <a:pathLst>
                <a:path extrusionOk="0" h="8406" w="13437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24"/>
            <p:cNvSpPr/>
            <p:nvPr/>
          </p:nvSpPr>
          <p:spPr>
            <a:xfrm>
              <a:off x="5041635" y="3578888"/>
              <a:ext cx="327659" cy="205525"/>
            </a:xfrm>
            <a:custGeom>
              <a:rect b="b" l="l" r="r" t="t"/>
              <a:pathLst>
                <a:path extrusionOk="0" h="8254" w="13159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6" name="Google Shape;226;p24"/>
          <p:cNvGrpSpPr/>
          <p:nvPr/>
        </p:nvGrpSpPr>
        <p:grpSpPr>
          <a:xfrm>
            <a:off x="4460393" y="2144724"/>
            <a:ext cx="4510359" cy="2914095"/>
            <a:chOff x="4420961" y="1900281"/>
            <a:chExt cx="4510359" cy="2914095"/>
          </a:xfrm>
        </p:grpSpPr>
        <p:sp>
          <p:nvSpPr>
            <p:cNvPr id="227" name="Google Shape;227;p24"/>
            <p:cNvSpPr/>
            <p:nvPr/>
          </p:nvSpPr>
          <p:spPr>
            <a:xfrm>
              <a:off x="5735052" y="1900281"/>
              <a:ext cx="3196268" cy="2787993"/>
            </a:xfrm>
            <a:custGeom>
              <a:rect b="b" l="l" r="r" t="t"/>
              <a:pathLst>
                <a:path extrusionOk="0" h="89381" w="102470">
                  <a:moveTo>
                    <a:pt x="56831" y="0"/>
                  </a:moveTo>
                  <a:cubicBezTo>
                    <a:pt x="53643" y="0"/>
                    <a:pt x="50453" y="484"/>
                    <a:pt x="47667" y="1960"/>
                  </a:cubicBezTo>
                  <a:cubicBezTo>
                    <a:pt x="42008" y="5027"/>
                    <a:pt x="39276" y="11466"/>
                    <a:pt x="36823" y="17431"/>
                  </a:cubicBezTo>
                  <a:cubicBezTo>
                    <a:pt x="34398" y="23397"/>
                    <a:pt x="31360" y="29808"/>
                    <a:pt x="25478" y="32400"/>
                  </a:cubicBezTo>
                  <a:cubicBezTo>
                    <a:pt x="20070" y="34825"/>
                    <a:pt x="13492" y="33348"/>
                    <a:pt x="8195" y="35996"/>
                  </a:cubicBezTo>
                  <a:cubicBezTo>
                    <a:pt x="2648" y="38756"/>
                    <a:pt x="0" y="45613"/>
                    <a:pt x="725" y="51746"/>
                  </a:cubicBezTo>
                  <a:cubicBezTo>
                    <a:pt x="1450" y="57906"/>
                    <a:pt x="4934" y="63398"/>
                    <a:pt x="9032" y="68053"/>
                  </a:cubicBezTo>
                  <a:cubicBezTo>
                    <a:pt x="20907" y="81555"/>
                    <a:pt x="38847" y="89381"/>
                    <a:pt x="56778" y="89381"/>
                  </a:cubicBezTo>
                  <a:cubicBezTo>
                    <a:pt x="60355" y="89381"/>
                    <a:pt x="63931" y="89069"/>
                    <a:pt x="67458" y="88430"/>
                  </a:cubicBezTo>
                  <a:cubicBezTo>
                    <a:pt x="72810" y="87454"/>
                    <a:pt x="78162" y="85753"/>
                    <a:pt x="82706" y="82771"/>
                  </a:cubicBezTo>
                  <a:cubicBezTo>
                    <a:pt x="90149" y="77893"/>
                    <a:pt x="95055" y="69837"/>
                    <a:pt x="97619" y="61335"/>
                  </a:cubicBezTo>
                  <a:cubicBezTo>
                    <a:pt x="100825" y="50742"/>
                    <a:pt x="102470" y="39090"/>
                    <a:pt x="99571" y="28135"/>
                  </a:cubicBezTo>
                  <a:cubicBezTo>
                    <a:pt x="97146" y="18853"/>
                    <a:pt x="90288" y="11215"/>
                    <a:pt x="81926" y="6755"/>
                  </a:cubicBezTo>
                  <a:cubicBezTo>
                    <a:pt x="79222" y="5333"/>
                    <a:pt x="76434" y="4163"/>
                    <a:pt x="73591" y="3131"/>
                  </a:cubicBezTo>
                  <a:cubicBezTo>
                    <a:pt x="69242" y="1542"/>
                    <a:pt x="64671" y="567"/>
                    <a:pt x="60071" y="149"/>
                  </a:cubicBezTo>
                  <a:cubicBezTo>
                    <a:pt x="59002" y="57"/>
                    <a:pt x="57917" y="0"/>
                    <a:pt x="568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24"/>
            <p:cNvSpPr/>
            <p:nvPr/>
          </p:nvSpPr>
          <p:spPr>
            <a:xfrm>
              <a:off x="4520460" y="2736894"/>
              <a:ext cx="1327120" cy="1332374"/>
            </a:xfrm>
            <a:custGeom>
              <a:rect b="b" l="l" r="r" t="t"/>
              <a:pathLst>
                <a:path extrusionOk="0" h="53509" w="53298">
                  <a:moveTo>
                    <a:pt x="26115" y="1"/>
                  </a:moveTo>
                  <a:cubicBezTo>
                    <a:pt x="24636" y="1"/>
                    <a:pt x="23162" y="136"/>
                    <a:pt x="21715" y="417"/>
                  </a:cubicBezTo>
                  <a:cubicBezTo>
                    <a:pt x="17840" y="1169"/>
                    <a:pt x="14133" y="2814"/>
                    <a:pt x="11011" y="5295"/>
                  </a:cubicBezTo>
                  <a:cubicBezTo>
                    <a:pt x="3568" y="11260"/>
                    <a:pt x="0" y="21602"/>
                    <a:pt x="1896" y="30968"/>
                  </a:cubicBezTo>
                  <a:cubicBezTo>
                    <a:pt x="3763" y="40334"/>
                    <a:pt x="10844" y="48390"/>
                    <a:pt x="19764" y="51791"/>
                  </a:cubicBezTo>
                  <a:cubicBezTo>
                    <a:pt x="22579" y="52876"/>
                    <a:pt x="25624" y="53509"/>
                    <a:pt x="28640" y="53509"/>
                  </a:cubicBezTo>
                  <a:cubicBezTo>
                    <a:pt x="30970" y="53509"/>
                    <a:pt x="33283" y="53131"/>
                    <a:pt x="35458" y="52293"/>
                  </a:cubicBezTo>
                  <a:cubicBezTo>
                    <a:pt x="40141" y="50481"/>
                    <a:pt x="43848" y="46662"/>
                    <a:pt x="46636" y="42397"/>
                  </a:cubicBezTo>
                  <a:cubicBezTo>
                    <a:pt x="50873" y="35902"/>
                    <a:pt x="53298" y="28013"/>
                    <a:pt x="51960" y="20375"/>
                  </a:cubicBezTo>
                  <a:cubicBezTo>
                    <a:pt x="49955" y="8517"/>
                    <a:pt x="37858" y="1"/>
                    <a:pt x="261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24"/>
            <p:cNvSpPr/>
            <p:nvPr/>
          </p:nvSpPr>
          <p:spPr>
            <a:xfrm>
              <a:off x="4420961" y="4100122"/>
              <a:ext cx="1519577" cy="714254"/>
            </a:xfrm>
            <a:custGeom>
              <a:rect b="b" l="l" r="r" t="t"/>
              <a:pathLst>
                <a:path extrusionOk="0" h="22067" w="46944">
                  <a:moveTo>
                    <a:pt x="22719" y="0"/>
                  </a:moveTo>
                  <a:cubicBezTo>
                    <a:pt x="20147" y="0"/>
                    <a:pt x="17573" y="188"/>
                    <a:pt x="15026" y="566"/>
                  </a:cubicBezTo>
                  <a:cubicBezTo>
                    <a:pt x="11123" y="1151"/>
                    <a:pt x="7109" y="2266"/>
                    <a:pt x="4238" y="4942"/>
                  </a:cubicBezTo>
                  <a:cubicBezTo>
                    <a:pt x="1367" y="7674"/>
                    <a:pt x="1" y="12301"/>
                    <a:pt x="2064" y="15674"/>
                  </a:cubicBezTo>
                  <a:cubicBezTo>
                    <a:pt x="3708" y="18378"/>
                    <a:pt x="6942" y="19549"/>
                    <a:pt x="10008" y="20329"/>
                  </a:cubicBezTo>
                  <a:cubicBezTo>
                    <a:pt x="14675" y="21484"/>
                    <a:pt x="19499" y="22067"/>
                    <a:pt x="24325" y="22067"/>
                  </a:cubicBezTo>
                  <a:cubicBezTo>
                    <a:pt x="27888" y="22067"/>
                    <a:pt x="31452" y="21749"/>
                    <a:pt x="34957" y="21110"/>
                  </a:cubicBezTo>
                  <a:cubicBezTo>
                    <a:pt x="38134" y="20525"/>
                    <a:pt x="41452" y="19633"/>
                    <a:pt x="43737" y="17291"/>
                  </a:cubicBezTo>
                  <a:cubicBezTo>
                    <a:pt x="46079" y="14950"/>
                    <a:pt x="46943" y="11298"/>
                    <a:pt x="45995" y="8120"/>
                  </a:cubicBezTo>
                  <a:cubicBezTo>
                    <a:pt x="44239" y="2266"/>
                    <a:pt x="39138" y="2378"/>
                    <a:pt x="34232" y="1263"/>
                  </a:cubicBezTo>
                  <a:cubicBezTo>
                    <a:pt x="30463" y="425"/>
                    <a:pt x="26593" y="0"/>
                    <a:pt x="227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0" name="Google Shape;230;p24"/>
            <p:cNvGrpSpPr/>
            <p:nvPr/>
          </p:nvGrpSpPr>
          <p:grpSpPr>
            <a:xfrm>
              <a:off x="8209488" y="3016721"/>
              <a:ext cx="290857" cy="238766"/>
              <a:chOff x="8209488" y="3016721"/>
              <a:chExt cx="290857" cy="238766"/>
            </a:xfrm>
          </p:grpSpPr>
          <p:sp>
            <p:nvSpPr>
              <p:cNvPr id="231" name="Google Shape;231;p24"/>
              <p:cNvSpPr/>
              <p:nvPr/>
            </p:nvSpPr>
            <p:spPr>
              <a:xfrm>
                <a:off x="8209488" y="3017443"/>
                <a:ext cx="290857" cy="238044"/>
              </a:xfrm>
              <a:custGeom>
                <a:rect b="b" l="l" r="r" t="t"/>
                <a:pathLst>
                  <a:path extrusionOk="0" h="9560" w="11681">
                    <a:moveTo>
                      <a:pt x="7250" y="0"/>
                    </a:moveTo>
                    <a:cubicBezTo>
                      <a:pt x="6732" y="0"/>
                      <a:pt x="6214" y="163"/>
                      <a:pt x="5883" y="557"/>
                    </a:cubicBezTo>
                    <a:cubicBezTo>
                      <a:pt x="5269" y="1282"/>
                      <a:pt x="5492" y="2648"/>
                      <a:pt x="4656" y="3149"/>
                    </a:cubicBezTo>
                    <a:cubicBezTo>
                      <a:pt x="4455" y="3270"/>
                      <a:pt x="4241" y="3313"/>
                      <a:pt x="4019" y="3313"/>
                    </a:cubicBezTo>
                    <a:cubicBezTo>
                      <a:pt x="3455" y="3313"/>
                      <a:pt x="2838" y="3035"/>
                      <a:pt x="2245" y="3035"/>
                    </a:cubicBezTo>
                    <a:cubicBezTo>
                      <a:pt x="2099" y="3035"/>
                      <a:pt x="1955" y="3052"/>
                      <a:pt x="1813" y="3094"/>
                    </a:cubicBezTo>
                    <a:cubicBezTo>
                      <a:pt x="1367" y="3233"/>
                      <a:pt x="1032" y="3623"/>
                      <a:pt x="837" y="4041"/>
                    </a:cubicBezTo>
                    <a:cubicBezTo>
                      <a:pt x="614" y="4460"/>
                      <a:pt x="558" y="4906"/>
                      <a:pt x="475" y="5352"/>
                    </a:cubicBezTo>
                    <a:cubicBezTo>
                      <a:pt x="335" y="6160"/>
                      <a:pt x="252" y="6913"/>
                      <a:pt x="112" y="7749"/>
                    </a:cubicBezTo>
                    <a:cubicBezTo>
                      <a:pt x="29" y="8278"/>
                      <a:pt x="1" y="8724"/>
                      <a:pt x="475" y="9031"/>
                    </a:cubicBezTo>
                    <a:cubicBezTo>
                      <a:pt x="1151" y="9433"/>
                      <a:pt x="2068" y="9560"/>
                      <a:pt x="2933" y="9560"/>
                    </a:cubicBezTo>
                    <a:cubicBezTo>
                      <a:pt x="3387" y="9560"/>
                      <a:pt x="3827" y="9525"/>
                      <a:pt x="4210" y="9477"/>
                    </a:cubicBezTo>
                    <a:cubicBezTo>
                      <a:pt x="5743" y="9254"/>
                      <a:pt x="7221" y="8557"/>
                      <a:pt x="8336" y="7526"/>
                    </a:cubicBezTo>
                    <a:cubicBezTo>
                      <a:pt x="10203" y="5742"/>
                      <a:pt x="11040" y="3149"/>
                      <a:pt x="11681" y="641"/>
                    </a:cubicBezTo>
                    <a:lnTo>
                      <a:pt x="11681" y="641"/>
                    </a:lnTo>
                    <a:cubicBezTo>
                      <a:pt x="11374" y="822"/>
                      <a:pt x="11040" y="892"/>
                      <a:pt x="10698" y="892"/>
                    </a:cubicBezTo>
                    <a:cubicBezTo>
                      <a:pt x="10357" y="892"/>
                      <a:pt x="10008" y="822"/>
                      <a:pt x="9674" y="724"/>
                    </a:cubicBezTo>
                    <a:cubicBezTo>
                      <a:pt x="9060" y="501"/>
                      <a:pt x="8419" y="195"/>
                      <a:pt x="7778" y="55"/>
                    </a:cubicBezTo>
                    <a:cubicBezTo>
                      <a:pt x="7607" y="20"/>
                      <a:pt x="7428" y="0"/>
                      <a:pt x="72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24"/>
              <p:cNvSpPr/>
              <p:nvPr/>
            </p:nvSpPr>
            <p:spPr>
              <a:xfrm>
                <a:off x="8216435" y="3016721"/>
                <a:ext cx="283213" cy="230474"/>
              </a:xfrm>
              <a:custGeom>
                <a:rect b="b" l="l" r="r" t="t"/>
                <a:pathLst>
                  <a:path extrusionOk="0" h="9256" w="11374">
                    <a:moveTo>
                      <a:pt x="6997" y="1"/>
                    </a:moveTo>
                    <a:cubicBezTo>
                      <a:pt x="5994" y="1199"/>
                      <a:pt x="5492" y="2844"/>
                      <a:pt x="5743" y="4377"/>
                    </a:cubicBezTo>
                    <a:cubicBezTo>
                      <a:pt x="5604" y="4433"/>
                      <a:pt x="5436" y="4516"/>
                      <a:pt x="5297" y="4572"/>
                    </a:cubicBezTo>
                    <a:cubicBezTo>
                      <a:pt x="4600" y="4935"/>
                      <a:pt x="3931" y="5297"/>
                      <a:pt x="3318" y="5771"/>
                    </a:cubicBezTo>
                    <a:cubicBezTo>
                      <a:pt x="3234" y="4935"/>
                      <a:pt x="3262" y="4098"/>
                      <a:pt x="3401" y="3290"/>
                    </a:cubicBezTo>
                    <a:cubicBezTo>
                      <a:pt x="3346" y="3290"/>
                      <a:pt x="3262" y="3262"/>
                      <a:pt x="3206" y="3262"/>
                    </a:cubicBezTo>
                    <a:cubicBezTo>
                      <a:pt x="3011" y="4126"/>
                      <a:pt x="2983" y="5046"/>
                      <a:pt x="3095" y="5910"/>
                    </a:cubicBezTo>
                    <a:cubicBezTo>
                      <a:pt x="2537" y="6273"/>
                      <a:pt x="2008" y="6746"/>
                      <a:pt x="1506" y="7192"/>
                    </a:cubicBezTo>
                    <a:cubicBezTo>
                      <a:pt x="1004" y="6022"/>
                      <a:pt x="837" y="4684"/>
                      <a:pt x="1032" y="3401"/>
                    </a:cubicBezTo>
                    <a:lnTo>
                      <a:pt x="1032" y="3401"/>
                    </a:lnTo>
                    <a:cubicBezTo>
                      <a:pt x="948" y="3485"/>
                      <a:pt x="865" y="3569"/>
                      <a:pt x="809" y="3708"/>
                    </a:cubicBezTo>
                    <a:cubicBezTo>
                      <a:pt x="670" y="4935"/>
                      <a:pt x="837" y="6217"/>
                      <a:pt x="1311" y="7360"/>
                    </a:cubicBezTo>
                    <a:cubicBezTo>
                      <a:pt x="865" y="7778"/>
                      <a:pt x="419" y="8280"/>
                      <a:pt x="1" y="8726"/>
                    </a:cubicBezTo>
                    <a:cubicBezTo>
                      <a:pt x="29" y="8809"/>
                      <a:pt x="56" y="8837"/>
                      <a:pt x="140" y="8893"/>
                    </a:cubicBezTo>
                    <a:cubicBezTo>
                      <a:pt x="530" y="8475"/>
                      <a:pt x="893" y="8057"/>
                      <a:pt x="1311" y="7638"/>
                    </a:cubicBezTo>
                    <a:lnTo>
                      <a:pt x="1506" y="7834"/>
                    </a:lnTo>
                    <a:cubicBezTo>
                      <a:pt x="2259" y="8558"/>
                      <a:pt x="3346" y="9088"/>
                      <a:pt x="4628" y="9255"/>
                    </a:cubicBezTo>
                    <a:lnTo>
                      <a:pt x="4767" y="9255"/>
                    </a:lnTo>
                    <a:cubicBezTo>
                      <a:pt x="4935" y="9227"/>
                      <a:pt x="5158" y="9144"/>
                      <a:pt x="5325" y="9088"/>
                    </a:cubicBezTo>
                    <a:lnTo>
                      <a:pt x="5325" y="9088"/>
                    </a:lnTo>
                    <a:cubicBezTo>
                      <a:pt x="5172" y="9102"/>
                      <a:pt x="5039" y="9109"/>
                      <a:pt x="4921" y="9109"/>
                    </a:cubicBezTo>
                    <a:cubicBezTo>
                      <a:pt x="4802" y="9109"/>
                      <a:pt x="4698" y="9102"/>
                      <a:pt x="4600" y="9088"/>
                    </a:cubicBezTo>
                    <a:cubicBezTo>
                      <a:pt x="3262" y="8893"/>
                      <a:pt x="2147" y="8335"/>
                      <a:pt x="1422" y="7555"/>
                    </a:cubicBezTo>
                    <a:cubicBezTo>
                      <a:pt x="1952" y="7053"/>
                      <a:pt x="2509" y="6607"/>
                      <a:pt x="3095" y="6189"/>
                    </a:cubicBezTo>
                    <a:cubicBezTo>
                      <a:pt x="4349" y="7165"/>
                      <a:pt x="5855" y="7778"/>
                      <a:pt x="7416" y="8029"/>
                    </a:cubicBezTo>
                    <a:cubicBezTo>
                      <a:pt x="7499" y="7945"/>
                      <a:pt x="7583" y="7917"/>
                      <a:pt x="7666" y="7861"/>
                    </a:cubicBezTo>
                    <a:cubicBezTo>
                      <a:pt x="6105" y="7638"/>
                      <a:pt x="4572" y="7025"/>
                      <a:pt x="3318" y="6077"/>
                    </a:cubicBezTo>
                    <a:cubicBezTo>
                      <a:pt x="3959" y="5631"/>
                      <a:pt x="4628" y="5213"/>
                      <a:pt x="5325" y="4851"/>
                    </a:cubicBezTo>
                    <a:cubicBezTo>
                      <a:pt x="6440" y="5659"/>
                      <a:pt x="7806" y="6161"/>
                      <a:pt x="9172" y="6245"/>
                    </a:cubicBezTo>
                    <a:cubicBezTo>
                      <a:pt x="9200" y="6189"/>
                      <a:pt x="9255" y="6105"/>
                      <a:pt x="9283" y="6050"/>
                    </a:cubicBezTo>
                    <a:cubicBezTo>
                      <a:pt x="7973" y="5966"/>
                      <a:pt x="6635" y="5520"/>
                      <a:pt x="5548" y="4767"/>
                    </a:cubicBezTo>
                    <a:cubicBezTo>
                      <a:pt x="5966" y="4544"/>
                      <a:pt x="6384" y="4377"/>
                      <a:pt x="6802" y="4154"/>
                    </a:cubicBezTo>
                    <a:cubicBezTo>
                      <a:pt x="6997" y="4070"/>
                      <a:pt x="7248" y="3959"/>
                      <a:pt x="7443" y="3847"/>
                    </a:cubicBezTo>
                    <a:cubicBezTo>
                      <a:pt x="8335" y="4182"/>
                      <a:pt x="9227" y="4377"/>
                      <a:pt x="10147" y="4433"/>
                    </a:cubicBezTo>
                    <a:lnTo>
                      <a:pt x="10231" y="4238"/>
                    </a:lnTo>
                    <a:cubicBezTo>
                      <a:pt x="9395" y="4210"/>
                      <a:pt x="8531" y="4015"/>
                      <a:pt x="7722" y="3708"/>
                    </a:cubicBezTo>
                    <a:cubicBezTo>
                      <a:pt x="8140" y="3513"/>
                      <a:pt x="8586" y="3290"/>
                      <a:pt x="9032" y="3039"/>
                    </a:cubicBezTo>
                    <a:cubicBezTo>
                      <a:pt x="9980" y="2482"/>
                      <a:pt x="10761" y="1840"/>
                      <a:pt x="11290" y="1088"/>
                    </a:cubicBezTo>
                    <a:cubicBezTo>
                      <a:pt x="11318" y="948"/>
                      <a:pt x="11346" y="781"/>
                      <a:pt x="11374" y="642"/>
                    </a:cubicBezTo>
                    <a:lnTo>
                      <a:pt x="11374" y="642"/>
                    </a:lnTo>
                    <a:cubicBezTo>
                      <a:pt x="11346" y="670"/>
                      <a:pt x="11318" y="670"/>
                      <a:pt x="11290" y="670"/>
                    </a:cubicBezTo>
                    <a:cubicBezTo>
                      <a:pt x="10761" y="1478"/>
                      <a:pt x="9980" y="2203"/>
                      <a:pt x="8921" y="2844"/>
                    </a:cubicBezTo>
                    <a:cubicBezTo>
                      <a:pt x="8531" y="3039"/>
                      <a:pt x="8140" y="3262"/>
                      <a:pt x="7778" y="3429"/>
                    </a:cubicBezTo>
                    <a:cubicBezTo>
                      <a:pt x="8112" y="2426"/>
                      <a:pt x="8642" y="1478"/>
                      <a:pt x="9311" y="642"/>
                    </a:cubicBezTo>
                    <a:cubicBezTo>
                      <a:pt x="9227" y="614"/>
                      <a:pt x="9172" y="614"/>
                      <a:pt x="9088" y="586"/>
                    </a:cubicBezTo>
                    <a:cubicBezTo>
                      <a:pt x="8391" y="1450"/>
                      <a:pt x="7862" y="2454"/>
                      <a:pt x="7527" y="3541"/>
                    </a:cubicBezTo>
                    <a:cubicBezTo>
                      <a:pt x="7276" y="3652"/>
                      <a:pt x="6997" y="3792"/>
                      <a:pt x="6747" y="3875"/>
                    </a:cubicBezTo>
                    <a:cubicBezTo>
                      <a:pt x="6468" y="3987"/>
                      <a:pt x="6189" y="4126"/>
                      <a:pt x="5966" y="4266"/>
                    </a:cubicBezTo>
                    <a:cubicBezTo>
                      <a:pt x="5715" y="2732"/>
                      <a:pt x="6245" y="1171"/>
                      <a:pt x="727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3" name="Google Shape;233;p24"/>
            <p:cNvGrpSpPr/>
            <p:nvPr/>
          </p:nvGrpSpPr>
          <p:grpSpPr>
            <a:xfrm>
              <a:off x="5500443" y="2698125"/>
              <a:ext cx="224922" cy="311673"/>
              <a:chOff x="5500443" y="2698125"/>
              <a:chExt cx="224922" cy="311673"/>
            </a:xfrm>
          </p:grpSpPr>
          <p:sp>
            <p:nvSpPr>
              <p:cNvPr id="234" name="Google Shape;234;p24"/>
              <p:cNvSpPr/>
              <p:nvPr/>
            </p:nvSpPr>
            <p:spPr>
              <a:xfrm>
                <a:off x="5500443" y="2698125"/>
                <a:ext cx="224922" cy="311673"/>
              </a:xfrm>
              <a:custGeom>
                <a:rect b="b" l="l" r="r" t="t"/>
                <a:pathLst>
                  <a:path extrusionOk="0" h="12517" w="9033">
                    <a:moveTo>
                      <a:pt x="1311" y="1"/>
                    </a:moveTo>
                    <a:lnTo>
                      <a:pt x="1311" y="1"/>
                    </a:lnTo>
                    <a:cubicBezTo>
                      <a:pt x="1589" y="614"/>
                      <a:pt x="1394" y="1339"/>
                      <a:pt x="1116" y="1980"/>
                    </a:cubicBezTo>
                    <a:cubicBezTo>
                      <a:pt x="837" y="2565"/>
                      <a:pt x="419" y="3151"/>
                      <a:pt x="224" y="3792"/>
                    </a:cubicBezTo>
                    <a:cubicBezTo>
                      <a:pt x="1" y="4405"/>
                      <a:pt x="1" y="5214"/>
                      <a:pt x="474" y="5715"/>
                    </a:cubicBezTo>
                    <a:cubicBezTo>
                      <a:pt x="1116" y="6440"/>
                      <a:pt x="2509" y="6356"/>
                      <a:pt x="2900" y="7276"/>
                    </a:cubicBezTo>
                    <a:cubicBezTo>
                      <a:pt x="3262" y="8168"/>
                      <a:pt x="2286" y="9116"/>
                      <a:pt x="2454" y="10092"/>
                    </a:cubicBezTo>
                    <a:cubicBezTo>
                      <a:pt x="2509" y="10538"/>
                      <a:pt x="2872" y="10928"/>
                      <a:pt x="3262" y="11179"/>
                    </a:cubicBezTo>
                    <a:cubicBezTo>
                      <a:pt x="3624" y="11430"/>
                      <a:pt x="4098" y="11569"/>
                      <a:pt x="4544" y="11709"/>
                    </a:cubicBezTo>
                    <a:cubicBezTo>
                      <a:pt x="5297" y="11932"/>
                      <a:pt x="6049" y="12155"/>
                      <a:pt x="6774" y="12405"/>
                    </a:cubicBezTo>
                    <a:cubicBezTo>
                      <a:pt x="6981" y="12466"/>
                      <a:pt x="7189" y="12517"/>
                      <a:pt x="7387" y="12517"/>
                    </a:cubicBezTo>
                    <a:cubicBezTo>
                      <a:pt x="7641" y="12517"/>
                      <a:pt x="7880" y="12433"/>
                      <a:pt x="8084" y="12182"/>
                    </a:cubicBezTo>
                    <a:cubicBezTo>
                      <a:pt x="8865" y="11290"/>
                      <a:pt x="9032" y="9674"/>
                      <a:pt x="9032" y="8559"/>
                    </a:cubicBezTo>
                    <a:cubicBezTo>
                      <a:pt x="9032" y="7025"/>
                      <a:pt x="8558" y="5492"/>
                      <a:pt x="7638" y="4238"/>
                    </a:cubicBezTo>
                    <a:cubicBezTo>
                      <a:pt x="6133" y="2119"/>
                      <a:pt x="3708" y="921"/>
                      <a:pt x="13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24"/>
              <p:cNvSpPr/>
              <p:nvPr/>
            </p:nvSpPr>
            <p:spPr>
              <a:xfrm>
                <a:off x="5502534" y="2698125"/>
                <a:ext cx="222830" cy="310304"/>
              </a:xfrm>
              <a:custGeom>
                <a:rect b="b" l="l" r="r" t="t"/>
                <a:pathLst>
                  <a:path extrusionOk="0" h="12462" w="8949">
                    <a:moveTo>
                      <a:pt x="1171" y="1"/>
                    </a:moveTo>
                    <a:cubicBezTo>
                      <a:pt x="1171" y="29"/>
                      <a:pt x="1227" y="57"/>
                      <a:pt x="1227" y="85"/>
                    </a:cubicBezTo>
                    <a:cubicBezTo>
                      <a:pt x="1951" y="726"/>
                      <a:pt x="2565" y="1590"/>
                      <a:pt x="3011" y="2733"/>
                    </a:cubicBezTo>
                    <a:cubicBezTo>
                      <a:pt x="3206" y="3123"/>
                      <a:pt x="3345" y="3541"/>
                      <a:pt x="3485" y="3959"/>
                    </a:cubicBezTo>
                    <a:cubicBezTo>
                      <a:pt x="2537" y="3485"/>
                      <a:pt x="1673" y="2844"/>
                      <a:pt x="920" y="2092"/>
                    </a:cubicBezTo>
                    <a:lnTo>
                      <a:pt x="836" y="2287"/>
                    </a:lnTo>
                    <a:cubicBezTo>
                      <a:pt x="1589" y="3095"/>
                      <a:pt x="2537" y="3764"/>
                      <a:pt x="3568" y="4238"/>
                    </a:cubicBezTo>
                    <a:cubicBezTo>
                      <a:pt x="3652" y="4517"/>
                      <a:pt x="3763" y="4795"/>
                      <a:pt x="3819" y="5046"/>
                    </a:cubicBezTo>
                    <a:cubicBezTo>
                      <a:pt x="3903" y="5325"/>
                      <a:pt x="3986" y="5604"/>
                      <a:pt x="4070" y="5910"/>
                    </a:cubicBezTo>
                    <a:cubicBezTo>
                      <a:pt x="4041" y="5911"/>
                      <a:pt x="4013" y="5911"/>
                      <a:pt x="3984" y="5911"/>
                    </a:cubicBezTo>
                    <a:cubicBezTo>
                      <a:pt x="2481" y="5911"/>
                      <a:pt x="1013" y="5192"/>
                      <a:pt x="28" y="4043"/>
                    </a:cubicBezTo>
                    <a:cubicBezTo>
                      <a:pt x="0" y="4126"/>
                      <a:pt x="0" y="4210"/>
                      <a:pt x="0" y="4322"/>
                    </a:cubicBezTo>
                    <a:cubicBezTo>
                      <a:pt x="1011" y="5469"/>
                      <a:pt x="2503" y="6134"/>
                      <a:pt x="4084" y="6134"/>
                    </a:cubicBezTo>
                    <a:cubicBezTo>
                      <a:pt x="4117" y="6134"/>
                      <a:pt x="4149" y="6134"/>
                      <a:pt x="4181" y="6133"/>
                    </a:cubicBezTo>
                    <a:cubicBezTo>
                      <a:pt x="4209" y="6301"/>
                      <a:pt x="4265" y="6440"/>
                      <a:pt x="4349" y="6607"/>
                    </a:cubicBezTo>
                    <a:cubicBezTo>
                      <a:pt x="4600" y="7332"/>
                      <a:pt x="4906" y="8029"/>
                      <a:pt x="5241" y="8726"/>
                    </a:cubicBezTo>
                    <a:cubicBezTo>
                      <a:pt x="4404" y="8698"/>
                      <a:pt x="3568" y="8559"/>
                      <a:pt x="2816" y="8308"/>
                    </a:cubicBezTo>
                    <a:cubicBezTo>
                      <a:pt x="2788" y="8391"/>
                      <a:pt x="2788" y="8447"/>
                      <a:pt x="2732" y="8531"/>
                    </a:cubicBezTo>
                    <a:cubicBezTo>
                      <a:pt x="3568" y="8809"/>
                      <a:pt x="4488" y="8949"/>
                      <a:pt x="5352" y="8977"/>
                    </a:cubicBezTo>
                    <a:cubicBezTo>
                      <a:pt x="5659" y="9562"/>
                      <a:pt x="6021" y="10148"/>
                      <a:pt x="6439" y="10761"/>
                    </a:cubicBezTo>
                    <a:cubicBezTo>
                      <a:pt x="5860" y="10915"/>
                      <a:pt x="5264" y="10992"/>
                      <a:pt x="4671" y="10992"/>
                    </a:cubicBezTo>
                    <a:cubicBezTo>
                      <a:pt x="3980" y="10992"/>
                      <a:pt x="3294" y="10887"/>
                      <a:pt x="2648" y="10677"/>
                    </a:cubicBezTo>
                    <a:lnTo>
                      <a:pt x="2648" y="10677"/>
                    </a:lnTo>
                    <a:cubicBezTo>
                      <a:pt x="2704" y="10789"/>
                      <a:pt x="2816" y="10900"/>
                      <a:pt x="2871" y="10984"/>
                    </a:cubicBezTo>
                    <a:cubicBezTo>
                      <a:pt x="3445" y="11140"/>
                      <a:pt x="4024" y="11211"/>
                      <a:pt x="4605" y="11211"/>
                    </a:cubicBezTo>
                    <a:cubicBezTo>
                      <a:pt x="5265" y="11211"/>
                      <a:pt x="5926" y="11119"/>
                      <a:pt x="6579" y="10956"/>
                    </a:cubicBezTo>
                    <a:cubicBezTo>
                      <a:pt x="6913" y="11486"/>
                      <a:pt x="7331" y="11987"/>
                      <a:pt x="7749" y="12461"/>
                    </a:cubicBezTo>
                    <a:cubicBezTo>
                      <a:pt x="7833" y="12433"/>
                      <a:pt x="7861" y="12378"/>
                      <a:pt x="7945" y="12350"/>
                    </a:cubicBezTo>
                    <a:cubicBezTo>
                      <a:pt x="7554" y="11932"/>
                      <a:pt x="7192" y="11486"/>
                      <a:pt x="6857" y="11040"/>
                    </a:cubicBezTo>
                    <a:cubicBezTo>
                      <a:pt x="6913" y="11012"/>
                      <a:pt x="6997" y="10928"/>
                      <a:pt x="7053" y="10900"/>
                    </a:cubicBezTo>
                    <a:cubicBezTo>
                      <a:pt x="7889" y="10231"/>
                      <a:pt x="8558" y="9228"/>
                      <a:pt x="8920" y="7973"/>
                    </a:cubicBezTo>
                    <a:cubicBezTo>
                      <a:pt x="8920" y="7917"/>
                      <a:pt x="8948" y="7890"/>
                      <a:pt x="8948" y="7834"/>
                    </a:cubicBezTo>
                    <a:cubicBezTo>
                      <a:pt x="8920" y="7611"/>
                      <a:pt x="8920" y="7444"/>
                      <a:pt x="8837" y="7221"/>
                    </a:cubicBezTo>
                    <a:cubicBezTo>
                      <a:pt x="8781" y="7416"/>
                      <a:pt x="8753" y="7611"/>
                      <a:pt x="8669" y="7862"/>
                    </a:cubicBezTo>
                    <a:cubicBezTo>
                      <a:pt x="8335" y="9144"/>
                      <a:pt x="7638" y="10203"/>
                      <a:pt x="6718" y="10789"/>
                    </a:cubicBezTo>
                    <a:cubicBezTo>
                      <a:pt x="6300" y="10203"/>
                      <a:pt x="5910" y="9562"/>
                      <a:pt x="5603" y="8949"/>
                    </a:cubicBezTo>
                    <a:cubicBezTo>
                      <a:pt x="6718" y="7834"/>
                      <a:pt x="7554" y="6440"/>
                      <a:pt x="8000" y="4907"/>
                    </a:cubicBezTo>
                    <a:cubicBezTo>
                      <a:pt x="7972" y="4795"/>
                      <a:pt x="7889" y="4740"/>
                      <a:pt x="7861" y="4656"/>
                    </a:cubicBezTo>
                    <a:cubicBezTo>
                      <a:pt x="7443" y="6189"/>
                      <a:pt x="6607" y="7611"/>
                      <a:pt x="5492" y="8726"/>
                    </a:cubicBezTo>
                    <a:cubicBezTo>
                      <a:pt x="5157" y="8029"/>
                      <a:pt x="4850" y="7304"/>
                      <a:pt x="4572" y="6579"/>
                    </a:cubicBezTo>
                    <a:cubicBezTo>
                      <a:pt x="5492" y="5548"/>
                      <a:pt x="6161" y="4322"/>
                      <a:pt x="6439" y="2956"/>
                    </a:cubicBezTo>
                    <a:cubicBezTo>
                      <a:pt x="6384" y="2872"/>
                      <a:pt x="6300" y="2844"/>
                      <a:pt x="6272" y="2788"/>
                    </a:cubicBezTo>
                    <a:cubicBezTo>
                      <a:pt x="6021" y="4099"/>
                      <a:pt x="5408" y="5353"/>
                      <a:pt x="4488" y="6329"/>
                    </a:cubicBezTo>
                    <a:cubicBezTo>
                      <a:pt x="4349" y="5883"/>
                      <a:pt x="4209" y="5437"/>
                      <a:pt x="4070" y="5018"/>
                    </a:cubicBezTo>
                    <a:cubicBezTo>
                      <a:pt x="4014" y="4768"/>
                      <a:pt x="3931" y="4545"/>
                      <a:pt x="3847" y="4322"/>
                    </a:cubicBezTo>
                    <a:cubicBezTo>
                      <a:pt x="4321" y="3513"/>
                      <a:pt x="4627" y="2593"/>
                      <a:pt x="4795" y="1729"/>
                    </a:cubicBezTo>
                    <a:lnTo>
                      <a:pt x="4600" y="1618"/>
                    </a:lnTo>
                    <a:cubicBezTo>
                      <a:pt x="4404" y="2454"/>
                      <a:pt x="4126" y="3262"/>
                      <a:pt x="3763" y="4043"/>
                    </a:cubicBezTo>
                    <a:cubicBezTo>
                      <a:pt x="3624" y="3569"/>
                      <a:pt x="3429" y="3123"/>
                      <a:pt x="3262" y="2677"/>
                    </a:cubicBezTo>
                    <a:cubicBezTo>
                      <a:pt x="2843" y="1618"/>
                      <a:pt x="2286" y="781"/>
                      <a:pt x="1617" y="168"/>
                    </a:cubicBezTo>
                    <a:cubicBezTo>
                      <a:pt x="1505" y="85"/>
                      <a:pt x="1338" y="57"/>
                      <a:pt x="117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6" name="Google Shape;236;p24"/>
            <p:cNvGrpSpPr/>
            <p:nvPr/>
          </p:nvGrpSpPr>
          <p:grpSpPr>
            <a:xfrm>
              <a:off x="5041635" y="3575776"/>
              <a:ext cx="335278" cy="209309"/>
              <a:chOff x="5041635" y="3575776"/>
              <a:chExt cx="335278" cy="209309"/>
            </a:xfrm>
          </p:grpSpPr>
          <p:sp>
            <p:nvSpPr>
              <p:cNvPr id="237" name="Google Shape;237;p24"/>
              <p:cNvSpPr/>
              <p:nvPr/>
            </p:nvSpPr>
            <p:spPr>
              <a:xfrm>
                <a:off x="5042332" y="3575776"/>
                <a:ext cx="334581" cy="209309"/>
              </a:xfrm>
              <a:custGeom>
                <a:rect b="b" l="l" r="r" t="t"/>
                <a:pathLst>
                  <a:path extrusionOk="0" h="8406" w="13437">
                    <a:moveTo>
                      <a:pt x="8588" y="0"/>
                    </a:moveTo>
                    <a:cubicBezTo>
                      <a:pt x="7379" y="0"/>
                      <a:pt x="6172" y="307"/>
                      <a:pt x="5102" y="852"/>
                    </a:cubicBezTo>
                    <a:cubicBezTo>
                      <a:pt x="2844" y="2023"/>
                      <a:pt x="1283" y="4281"/>
                      <a:pt x="1" y="6511"/>
                    </a:cubicBezTo>
                    <a:cubicBezTo>
                      <a:pt x="145" y="6475"/>
                      <a:pt x="290" y="6458"/>
                      <a:pt x="435" y="6458"/>
                    </a:cubicBezTo>
                    <a:cubicBezTo>
                      <a:pt x="964" y="6458"/>
                      <a:pt x="1487" y="6679"/>
                      <a:pt x="1924" y="6985"/>
                    </a:cubicBezTo>
                    <a:cubicBezTo>
                      <a:pt x="2482" y="7347"/>
                      <a:pt x="3011" y="7821"/>
                      <a:pt x="3597" y="8128"/>
                    </a:cubicBezTo>
                    <a:cubicBezTo>
                      <a:pt x="3949" y="8296"/>
                      <a:pt x="4334" y="8406"/>
                      <a:pt x="4703" y="8406"/>
                    </a:cubicBezTo>
                    <a:cubicBezTo>
                      <a:pt x="5005" y="8406"/>
                      <a:pt x="5297" y="8332"/>
                      <a:pt x="5548" y="8156"/>
                    </a:cubicBezTo>
                    <a:cubicBezTo>
                      <a:pt x="6384" y="7598"/>
                      <a:pt x="6496" y="6204"/>
                      <a:pt x="7471" y="5954"/>
                    </a:cubicBezTo>
                    <a:cubicBezTo>
                      <a:pt x="7558" y="5933"/>
                      <a:pt x="7643" y="5924"/>
                      <a:pt x="7727" y="5924"/>
                    </a:cubicBezTo>
                    <a:cubicBezTo>
                      <a:pt x="8541" y="5924"/>
                      <a:pt x="9249" y="6792"/>
                      <a:pt x="10104" y="6792"/>
                    </a:cubicBezTo>
                    <a:cubicBezTo>
                      <a:pt x="10128" y="6792"/>
                      <a:pt x="10151" y="6791"/>
                      <a:pt x="10175" y="6790"/>
                    </a:cubicBezTo>
                    <a:cubicBezTo>
                      <a:pt x="10649" y="6790"/>
                      <a:pt x="11067" y="6511"/>
                      <a:pt x="11374" y="6177"/>
                    </a:cubicBezTo>
                    <a:cubicBezTo>
                      <a:pt x="11681" y="5814"/>
                      <a:pt x="11904" y="5396"/>
                      <a:pt x="12071" y="4978"/>
                    </a:cubicBezTo>
                    <a:cubicBezTo>
                      <a:pt x="12377" y="4281"/>
                      <a:pt x="12740" y="3556"/>
                      <a:pt x="13046" y="2859"/>
                    </a:cubicBezTo>
                    <a:cubicBezTo>
                      <a:pt x="13242" y="2386"/>
                      <a:pt x="13437" y="1912"/>
                      <a:pt x="13046" y="1493"/>
                    </a:cubicBezTo>
                    <a:cubicBezTo>
                      <a:pt x="12266" y="657"/>
                      <a:pt x="10705" y="211"/>
                      <a:pt x="9590" y="72"/>
                    </a:cubicBezTo>
                    <a:cubicBezTo>
                      <a:pt x="9258" y="24"/>
                      <a:pt x="8923" y="0"/>
                      <a:pt x="85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24"/>
              <p:cNvSpPr/>
              <p:nvPr/>
            </p:nvSpPr>
            <p:spPr>
              <a:xfrm>
                <a:off x="5041635" y="3578888"/>
                <a:ext cx="327659" cy="205525"/>
              </a:xfrm>
              <a:custGeom>
                <a:rect b="b" l="l" r="r" t="t"/>
                <a:pathLst>
                  <a:path extrusionOk="0" h="8254" w="13159">
                    <a:moveTo>
                      <a:pt x="8396" y="0"/>
                    </a:moveTo>
                    <a:cubicBezTo>
                      <a:pt x="8334" y="0"/>
                      <a:pt x="8268" y="9"/>
                      <a:pt x="8196" y="30"/>
                    </a:cubicBezTo>
                    <a:lnTo>
                      <a:pt x="8604" y="30"/>
                    </a:lnTo>
                    <a:cubicBezTo>
                      <a:pt x="8539" y="13"/>
                      <a:pt x="8470" y="0"/>
                      <a:pt x="8396" y="0"/>
                    </a:cubicBezTo>
                    <a:close/>
                    <a:moveTo>
                      <a:pt x="8604" y="30"/>
                    </a:moveTo>
                    <a:cubicBezTo>
                      <a:pt x="8696" y="55"/>
                      <a:pt x="8781" y="90"/>
                      <a:pt x="8865" y="114"/>
                    </a:cubicBezTo>
                    <a:cubicBezTo>
                      <a:pt x="10064" y="672"/>
                      <a:pt x="11012" y="1508"/>
                      <a:pt x="11458" y="2456"/>
                    </a:cubicBezTo>
                    <a:cubicBezTo>
                      <a:pt x="10844" y="2762"/>
                      <a:pt x="10175" y="3097"/>
                      <a:pt x="9479" y="3320"/>
                    </a:cubicBezTo>
                    <a:cubicBezTo>
                      <a:pt x="8531" y="2065"/>
                      <a:pt x="7249" y="1034"/>
                      <a:pt x="5827" y="365"/>
                    </a:cubicBezTo>
                    <a:cubicBezTo>
                      <a:pt x="5715" y="393"/>
                      <a:pt x="5660" y="421"/>
                      <a:pt x="5548" y="476"/>
                    </a:cubicBezTo>
                    <a:cubicBezTo>
                      <a:pt x="6998" y="1090"/>
                      <a:pt x="8280" y="2121"/>
                      <a:pt x="9283" y="3403"/>
                    </a:cubicBezTo>
                    <a:cubicBezTo>
                      <a:pt x="8531" y="3654"/>
                      <a:pt x="7778" y="3849"/>
                      <a:pt x="6998" y="4017"/>
                    </a:cubicBezTo>
                    <a:cubicBezTo>
                      <a:pt x="6161" y="2957"/>
                      <a:pt x="4991" y="2149"/>
                      <a:pt x="3708" y="1647"/>
                    </a:cubicBezTo>
                    <a:cubicBezTo>
                      <a:pt x="3625" y="1731"/>
                      <a:pt x="3569" y="1759"/>
                      <a:pt x="3485" y="1842"/>
                    </a:cubicBezTo>
                    <a:cubicBezTo>
                      <a:pt x="4740" y="2288"/>
                      <a:pt x="5883" y="3041"/>
                      <a:pt x="6747" y="4100"/>
                    </a:cubicBezTo>
                    <a:cubicBezTo>
                      <a:pt x="6301" y="4156"/>
                      <a:pt x="5827" y="4240"/>
                      <a:pt x="5353" y="4295"/>
                    </a:cubicBezTo>
                    <a:lnTo>
                      <a:pt x="4628" y="4407"/>
                    </a:lnTo>
                    <a:cubicBezTo>
                      <a:pt x="3903" y="3849"/>
                      <a:pt x="3067" y="3403"/>
                      <a:pt x="2203" y="3125"/>
                    </a:cubicBezTo>
                    <a:cubicBezTo>
                      <a:pt x="2147" y="3180"/>
                      <a:pt x="2092" y="3236"/>
                      <a:pt x="2064" y="3292"/>
                    </a:cubicBezTo>
                    <a:cubicBezTo>
                      <a:pt x="2844" y="3571"/>
                      <a:pt x="3625" y="3961"/>
                      <a:pt x="4322" y="4491"/>
                    </a:cubicBezTo>
                    <a:cubicBezTo>
                      <a:pt x="3820" y="4546"/>
                      <a:pt x="3374" y="4658"/>
                      <a:pt x="2928" y="4769"/>
                    </a:cubicBezTo>
                    <a:cubicBezTo>
                      <a:pt x="1841" y="5048"/>
                      <a:pt x="949" y="5466"/>
                      <a:pt x="252" y="6024"/>
                    </a:cubicBezTo>
                    <a:cubicBezTo>
                      <a:pt x="168" y="6163"/>
                      <a:pt x="57" y="6302"/>
                      <a:pt x="1" y="6442"/>
                    </a:cubicBezTo>
                    <a:cubicBezTo>
                      <a:pt x="29" y="6442"/>
                      <a:pt x="57" y="6442"/>
                      <a:pt x="112" y="6386"/>
                    </a:cubicBezTo>
                    <a:cubicBezTo>
                      <a:pt x="809" y="5773"/>
                      <a:pt x="1785" y="5271"/>
                      <a:pt x="3011" y="4964"/>
                    </a:cubicBezTo>
                    <a:cubicBezTo>
                      <a:pt x="3402" y="4853"/>
                      <a:pt x="3820" y="4797"/>
                      <a:pt x="4266" y="4714"/>
                    </a:cubicBezTo>
                    <a:lnTo>
                      <a:pt x="4266" y="4714"/>
                    </a:lnTo>
                    <a:cubicBezTo>
                      <a:pt x="3625" y="5606"/>
                      <a:pt x="2872" y="6358"/>
                      <a:pt x="2036" y="6999"/>
                    </a:cubicBezTo>
                    <a:cubicBezTo>
                      <a:pt x="2092" y="7027"/>
                      <a:pt x="2175" y="7055"/>
                      <a:pt x="2203" y="7139"/>
                    </a:cubicBezTo>
                    <a:cubicBezTo>
                      <a:pt x="3095" y="6470"/>
                      <a:pt x="3903" y="5633"/>
                      <a:pt x="4545" y="4686"/>
                    </a:cubicBezTo>
                    <a:cubicBezTo>
                      <a:pt x="4823" y="4658"/>
                      <a:pt x="5102" y="4630"/>
                      <a:pt x="5381" y="4546"/>
                    </a:cubicBezTo>
                    <a:cubicBezTo>
                      <a:pt x="5660" y="4518"/>
                      <a:pt x="5966" y="4491"/>
                      <a:pt x="6245" y="4407"/>
                    </a:cubicBezTo>
                    <a:lnTo>
                      <a:pt x="6245" y="4407"/>
                    </a:lnTo>
                    <a:cubicBezTo>
                      <a:pt x="6022" y="5940"/>
                      <a:pt x="5130" y="7334"/>
                      <a:pt x="3792" y="8142"/>
                    </a:cubicBezTo>
                    <a:cubicBezTo>
                      <a:pt x="3876" y="8170"/>
                      <a:pt x="3987" y="8198"/>
                      <a:pt x="4071" y="8254"/>
                    </a:cubicBezTo>
                    <a:cubicBezTo>
                      <a:pt x="5409" y="7362"/>
                      <a:pt x="6301" y="5940"/>
                      <a:pt x="6496" y="4379"/>
                    </a:cubicBezTo>
                    <a:cubicBezTo>
                      <a:pt x="6663" y="4351"/>
                      <a:pt x="6830" y="4295"/>
                      <a:pt x="6970" y="4295"/>
                    </a:cubicBezTo>
                    <a:cubicBezTo>
                      <a:pt x="7722" y="4156"/>
                      <a:pt x="8475" y="3961"/>
                      <a:pt x="9200" y="3710"/>
                    </a:cubicBezTo>
                    <a:lnTo>
                      <a:pt x="9200" y="3710"/>
                    </a:lnTo>
                    <a:cubicBezTo>
                      <a:pt x="9060" y="4518"/>
                      <a:pt x="8782" y="5327"/>
                      <a:pt x="8419" y="6079"/>
                    </a:cubicBezTo>
                    <a:lnTo>
                      <a:pt x="8642" y="6191"/>
                    </a:lnTo>
                    <a:cubicBezTo>
                      <a:pt x="9033" y="5383"/>
                      <a:pt x="9311" y="4546"/>
                      <a:pt x="9451" y="3682"/>
                    </a:cubicBezTo>
                    <a:cubicBezTo>
                      <a:pt x="10092" y="3431"/>
                      <a:pt x="10733" y="3180"/>
                      <a:pt x="11318" y="2874"/>
                    </a:cubicBezTo>
                    <a:lnTo>
                      <a:pt x="11318" y="2874"/>
                    </a:lnTo>
                    <a:cubicBezTo>
                      <a:pt x="11458" y="4156"/>
                      <a:pt x="11263" y="5494"/>
                      <a:pt x="10733" y="6637"/>
                    </a:cubicBezTo>
                    <a:cubicBezTo>
                      <a:pt x="10844" y="6581"/>
                      <a:pt x="10984" y="6498"/>
                      <a:pt x="11040" y="6442"/>
                    </a:cubicBezTo>
                    <a:cubicBezTo>
                      <a:pt x="11541" y="5271"/>
                      <a:pt x="11709" y="3989"/>
                      <a:pt x="11541" y="2762"/>
                    </a:cubicBezTo>
                    <a:cubicBezTo>
                      <a:pt x="12099" y="2484"/>
                      <a:pt x="12656" y="2177"/>
                      <a:pt x="13158" y="1842"/>
                    </a:cubicBezTo>
                    <a:cubicBezTo>
                      <a:pt x="13130" y="1759"/>
                      <a:pt x="13130" y="1703"/>
                      <a:pt x="13074" y="1619"/>
                    </a:cubicBezTo>
                    <a:cubicBezTo>
                      <a:pt x="12573" y="1926"/>
                      <a:pt x="12099" y="2205"/>
                      <a:pt x="11597" y="2484"/>
                    </a:cubicBezTo>
                    <a:lnTo>
                      <a:pt x="11486" y="2288"/>
                    </a:lnTo>
                    <a:cubicBezTo>
                      <a:pt x="10984" y="1341"/>
                      <a:pt x="10064" y="588"/>
                      <a:pt x="8893" y="58"/>
                    </a:cubicBezTo>
                    <a:cubicBezTo>
                      <a:pt x="8837" y="58"/>
                      <a:pt x="8810" y="30"/>
                      <a:pt x="8782" y="3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9" name="Google Shape;239;p24"/>
            <p:cNvSpPr/>
            <p:nvPr/>
          </p:nvSpPr>
          <p:spPr>
            <a:xfrm>
              <a:off x="5236005" y="2930766"/>
              <a:ext cx="707285" cy="897097"/>
            </a:xfrm>
            <a:custGeom>
              <a:rect b="b" l="l" r="r" t="t"/>
              <a:pathLst>
                <a:path extrusionOk="0" h="36028" w="28405">
                  <a:moveTo>
                    <a:pt x="5670" y="0"/>
                  </a:moveTo>
                  <a:cubicBezTo>
                    <a:pt x="5369" y="0"/>
                    <a:pt x="5067" y="26"/>
                    <a:pt x="4767" y="80"/>
                  </a:cubicBezTo>
                  <a:cubicBezTo>
                    <a:pt x="2091" y="582"/>
                    <a:pt x="0" y="3508"/>
                    <a:pt x="808" y="6073"/>
                  </a:cubicBezTo>
                  <a:cubicBezTo>
                    <a:pt x="1338" y="7801"/>
                    <a:pt x="2871" y="9056"/>
                    <a:pt x="3345" y="10784"/>
                  </a:cubicBezTo>
                  <a:cubicBezTo>
                    <a:pt x="4014" y="13237"/>
                    <a:pt x="2397" y="15941"/>
                    <a:pt x="3512" y="18199"/>
                  </a:cubicBezTo>
                  <a:cubicBezTo>
                    <a:pt x="5018" y="21265"/>
                    <a:pt x="10063" y="20763"/>
                    <a:pt x="11931" y="23634"/>
                  </a:cubicBezTo>
                  <a:cubicBezTo>
                    <a:pt x="12851" y="25140"/>
                    <a:pt x="12628" y="27035"/>
                    <a:pt x="12906" y="28736"/>
                  </a:cubicBezTo>
                  <a:cubicBezTo>
                    <a:pt x="13324" y="31523"/>
                    <a:pt x="15192" y="34032"/>
                    <a:pt x="17729" y="35203"/>
                  </a:cubicBezTo>
                  <a:cubicBezTo>
                    <a:pt x="18933" y="35769"/>
                    <a:pt x="20102" y="36028"/>
                    <a:pt x="21198" y="36028"/>
                  </a:cubicBezTo>
                  <a:cubicBezTo>
                    <a:pt x="25227" y="36028"/>
                    <a:pt x="28262" y="32524"/>
                    <a:pt x="28349" y="27899"/>
                  </a:cubicBezTo>
                  <a:cubicBezTo>
                    <a:pt x="28405" y="25502"/>
                    <a:pt x="27401" y="23049"/>
                    <a:pt x="25617" y="21404"/>
                  </a:cubicBezTo>
                  <a:cubicBezTo>
                    <a:pt x="24502" y="20373"/>
                    <a:pt x="23025" y="19509"/>
                    <a:pt x="22607" y="18031"/>
                  </a:cubicBezTo>
                  <a:cubicBezTo>
                    <a:pt x="22022" y="15941"/>
                    <a:pt x="23806" y="13655"/>
                    <a:pt x="22997" y="11648"/>
                  </a:cubicBezTo>
                  <a:cubicBezTo>
                    <a:pt x="22328" y="10059"/>
                    <a:pt x="20377" y="9502"/>
                    <a:pt x="18649" y="9362"/>
                  </a:cubicBezTo>
                  <a:cubicBezTo>
                    <a:pt x="16892" y="9223"/>
                    <a:pt x="14997" y="9251"/>
                    <a:pt x="13687" y="8108"/>
                  </a:cubicBezTo>
                  <a:cubicBezTo>
                    <a:pt x="12432" y="7021"/>
                    <a:pt x="12126" y="5209"/>
                    <a:pt x="11401" y="3704"/>
                  </a:cubicBezTo>
                  <a:cubicBezTo>
                    <a:pt x="10338" y="1578"/>
                    <a:pt x="8026" y="0"/>
                    <a:pt x="56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24"/>
            <p:cNvSpPr/>
            <p:nvPr/>
          </p:nvSpPr>
          <p:spPr>
            <a:xfrm>
              <a:off x="5401191" y="3083353"/>
              <a:ext cx="403280" cy="631663"/>
            </a:xfrm>
            <a:custGeom>
              <a:rect b="b" l="l" r="r" t="t"/>
              <a:pathLst>
                <a:path extrusionOk="0" fill="none" h="25368" w="16196">
                  <a:moveTo>
                    <a:pt x="0" y="1"/>
                  </a:moveTo>
                  <a:cubicBezTo>
                    <a:pt x="6746" y="7471"/>
                    <a:pt x="12265" y="16085"/>
                    <a:pt x="16196" y="25367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4"/>
            <p:cNvSpPr/>
            <p:nvPr/>
          </p:nvSpPr>
          <p:spPr>
            <a:xfrm>
              <a:off x="5406047" y="3313105"/>
              <a:ext cx="190908" cy="38894"/>
            </a:xfrm>
            <a:custGeom>
              <a:rect b="b" l="l" r="r" t="t"/>
              <a:pathLst>
                <a:path extrusionOk="0" fill="none" h="1562" w="7667">
                  <a:moveTo>
                    <a:pt x="0" y="0"/>
                  </a:moveTo>
                  <a:cubicBezTo>
                    <a:pt x="2342" y="1227"/>
                    <a:pt x="5130" y="1561"/>
                    <a:pt x="7666" y="892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24"/>
            <p:cNvSpPr/>
            <p:nvPr/>
          </p:nvSpPr>
          <p:spPr>
            <a:xfrm>
              <a:off x="5635102" y="3241618"/>
              <a:ext cx="40961" cy="150645"/>
            </a:xfrm>
            <a:custGeom>
              <a:rect b="b" l="l" r="r" t="t"/>
              <a:pathLst>
                <a:path extrusionOk="0" fill="none" h="6050" w="1645">
                  <a:moveTo>
                    <a:pt x="0" y="6049"/>
                  </a:moveTo>
                  <a:cubicBezTo>
                    <a:pt x="1255" y="4321"/>
                    <a:pt x="1645" y="2035"/>
                    <a:pt x="1004" y="0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24"/>
            <p:cNvSpPr/>
            <p:nvPr/>
          </p:nvSpPr>
          <p:spPr>
            <a:xfrm>
              <a:off x="5623996" y="3581029"/>
              <a:ext cx="133290" cy="31947"/>
            </a:xfrm>
            <a:custGeom>
              <a:rect b="b" l="l" r="r" t="t"/>
              <a:pathLst>
                <a:path extrusionOk="0" fill="none" h="1283" w="5353">
                  <a:moveTo>
                    <a:pt x="0" y="0"/>
                  </a:moveTo>
                  <a:cubicBezTo>
                    <a:pt x="1645" y="864"/>
                    <a:pt x="3513" y="1282"/>
                    <a:pt x="5352" y="1227"/>
                  </a:cubicBezTo>
                </a:path>
              </a:pathLst>
            </a:custGeom>
            <a:noFill/>
            <a:ln cap="rnd" cmpd="sng" w="9525">
              <a:solidFill>
                <a:srgbClr val="2A3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24"/>
            <p:cNvSpPr/>
            <p:nvPr/>
          </p:nvSpPr>
          <p:spPr>
            <a:xfrm>
              <a:off x="5777380" y="3536608"/>
              <a:ext cx="47235" cy="113843"/>
            </a:xfrm>
            <a:custGeom>
              <a:rect b="b" l="l" r="r" t="t"/>
              <a:pathLst>
                <a:path extrusionOk="0" fill="none" h="4572" w="1897">
                  <a:moveTo>
                    <a:pt x="1" y="4572"/>
                  </a:moveTo>
                  <a:cubicBezTo>
                    <a:pt x="1227" y="3429"/>
                    <a:pt x="1896" y="1728"/>
                    <a:pt x="1785" y="0"/>
                  </a:cubicBezTo>
                </a:path>
              </a:pathLst>
            </a:custGeom>
            <a:noFill/>
            <a:ln cap="rnd" cmpd="sng" w="9525">
              <a:solidFill>
                <a:srgbClr val="2A3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4"/>
            <p:cNvSpPr/>
            <p:nvPr/>
          </p:nvSpPr>
          <p:spPr>
            <a:xfrm>
              <a:off x="5238071" y="2931936"/>
              <a:ext cx="688560" cy="817766"/>
            </a:xfrm>
            <a:custGeom>
              <a:rect b="b" l="l" r="r" t="t"/>
              <a:pathLst>
                <a:path extrusionOk="0" h="32842" w="27653">
                  <a:moveTo>
                    <a:pt x="5683" y="0"/>
                  </a:moveTo>
                  <a:cubicBezTo>
                    <a:pt x="5369" y="0"/>
                    <a:pt x="5054" y="29"/>
                    <a:pt x="4739" y="88"/>
                  </a:cubicBezTo>
                  <a:cubicBezTo>
                    <a:pt x="2091" y="562"/>
                    <a:pt x="1" y="3489"/>
                    <a:pt x="753" y="6082"/>
                  </a:cubicBezTo>
                  <a:cubicBezTo>
                    <a:pt x="1283" y="7782"/>
                    <a:pt x="2816" y="9036"/>
                    <a:pt x="3290" y="10765"/>
                  </a:cubicBezTo>
                  <a:cubicBezTo>
                    <a:pt x="3959" y="13190"/>
                    <a:pt x="2370" y="15922"/>
                    <a:pt x="3485" y="18207"/>
                  </a:cubicBezTo>
                  <a:cubicBezTo>
                    <a:pt x="4962" y="21274"/>
                    <a:pt x="10036" y="20744"/>
                    <a:pt x="11876" y="23643"/>
                  </a:cubicBezTo>
                  <a:cubicBezTo>
                    <a:pt x="12823" y="25093"/>
                    <a:pt x="12572" y="26988"/>
                    <a:pt x="12851" y="28716"/>
                  </a:cubicBezTo>
                  <a:cubicBezTo>
                    <a:pt x="13102" y="30222"/>
                    <a:pt x="13743" y="31643"/>
                    <a:pt x="14691" y="32842"/>
                  </a:cubicBezTo>
                  <a:cubicBezTo>
                    <a:pt x="14496" y="32229"/>
                    <a:pt x="14356" y="31615"/>
                    <a:pt x="14245" y="31030"/>
                  </a:cubicBezTo>
                  <a:cubicBezTo>
                    <a:pt x="13938" y="29023"/>
                    <a:pt x="14022" y="27016"/>
                    <a:pt x="13715" y="25037"/>
                  </a:cubicBezTo>
                  <a:cubicBezTo>
                    <a:pt x="13409" y="23030"/>
                    <a:pt x="12545" y="21023"/>
                    <a:pt x="10788" y="20019"/>
                  </a:cubicBezTo>
                  <a:cubicBezTo>
                    <a:pt x="9088" y="19044"/>
                    <a:pt x="6746" y="19099"/>
                    <a:pt x="5492" y="17566"/>
                  </a:cubicBezTo>
                  <a:cubicBezTo>
                    <a:pt x="4739" y="16619"/>
                    <a:pt x="4628" y="15308"/>
                    <a:pt x="4656" y="14110"/>
                  </a:cubicBezTo>
                  <a:cubicBezTo>
                    <a:pt x="4739" y="12911"/>
                    <a:pt x="4935" y="11685"/>
                    <a:pt x="4656" y="10486"/>
                  </a:cubicBezTo>
                  <a:cubicBezTo>
                    <a:pt x="4377" y="9204"/>
                    <a:pt x="3624" y="8089"/>
                    <a:pt x="3095" y="6918"/>
                  </a:cubicBezTo>
                  <a:cubicBezTo>
                    <a:pt x="2565" y="5719"/>
                    <a:pt x="2314" y="4214"/>
                    <a:pt x="3095" y="3155"/>
                  </a:cubicBezTo>
                  <a:cubicBezTo>
                    <a:pt x="3622" y="2426"/>
                    <a:pt x="4484" y="2103"/>
                    <a:pt x="5381" y="2103"/>
                  </a:cubicBezTo>
                  <a:cubicBezTo>
                    <a:pt x="6098" y="2103"/>
                    <a:pt x="6837" y="2310"/>
                    <a:pt x="7443" y="2681"/>
                  </a:cubicBezTo>
                  <a:cubicBezTo>
                    <a:pt x="8809" y="3573"/>
                    <a:pt x="9646" y="4995"/>
                    <a:pt x="10482" y="6388"/>
                  </a:cubicBezTo>
                  <a:cubicBezTo>
                    <a:pt x="11318" y="7754"/>
                    <a:pt x="12210" y="9176"/>
                    <a:pt x="13660" y="9901"/>
                  </a:cubicBezTo>
                  <a:cubicBezTo>
                    <a:pt x="14914" y="10542"/>
                    <a:pt x="16336" y="10542"/>
                    <a:pt x="17701" y="10737"/>
                  </a:cubicBezTo>
                  <a:cubicBezTo>
                    <a:pt x="19039" y="10960"/>
                    <a:pt x="20517" y="11545"/>
                    <a:pt x="21102" y="12800"/>
                  </a:cubicBezTo>
                  <a:cubicBezTo>
                    <a:pt x="21771" y="14249"/>
                    <a:pt x="20963" y="15977"/>
                    <a:pt x="21130" y="17594"/>
                  </a:cubicBezTo>
                  <a:cubicBezTo>
                    <a:pt x="21353" y="19908"/>
                    <a:pt x="23555" y="21469"/>
                    <a:pt x="25507" y="22807"/>
                  </a:cubicBezTo>
                  <a:cubicBezTo>
                    <a:pt x="26231" y="23281"/>
                    <a:pt x="26984" y="23838"/>
                    <a:pt x="27653" y="24479"/>
                  </a:cubicBezTo>
                  <a:cubicBezTo>
                    <a:pt x="27207" y="23309"/>
                    <a:pt x="26482" y="22249"/>
                    <a:pt x="25562" y="21413"/>
                  </a:cubicBezTo>
                  <a:cubicBezTo>
                    <a:pt x="24447" y="20354"/>
                    <a:pt x="22998" y="19490"/>
                    <a:pt x="22580" y="18012"/>
                  </a:cubicBezTo>
                  <a:cubicBezTo>
                    <a:pt x="21966" y="15977"/>
                    <a:pt x="23750" y="13664"/>
                    <a:pt x="22942" y="11657"/>
                  </a:cubicBezTo>
                  <a:cubicBezTo>
                    <a:pt x="22301" y="10040"/>
                    <a:pt x="20294" y="9482"/>
                    <a:pt x="18593" y="9343"/>
                  </a:cubicBezTo>
                  <a:cubicBezTo>
                    <a:pt x="16865" y="9204"/>
                    <a:pt x="14970" y="9204"/>
                    <a:pt x="13660" y="8089"/>
                  </a:cubicBezTo>
                  <a:cubicBezTo>
                    <a:pt x="12405" y="7002"/>
                    <a:pt x="12126" y="5190"/>
                    <a:pt x="11346" y="3712"/>
                  </a:cubicBezTo>
                  <a:cubicBezTo>
                    <a:pt x="10265" y="1575"/>
                    <a:pt x="8015" y="0"/>
                    <a:pt x="5683" y="0"/>
                  </a:cubicBezTo>
                  <a:close/>
                </a:path>
              </a:pathLst>
            </a:custGeom>
            <a:solidFill>
              <a:srgbClr val="FBF7E4">
                <a:alpha val="2274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24"/>
            <p:cNvSpPr/>
            <p:nvPr/>
          </p:nvSpPr>
          <p:spPr>
            <a:xfrm>
              <a:off x="5395639" y="3190797"/>
              <a:ext cx="96488" cy="85531"/>
            </a:xfrm>
            <a:custGeom>
              <a:rect b="b" l="l" r="r" t="t"/>
              <a:pathLst>
                <a:path extrusionOk="0" h="3435" w="3875">
                  <a:moveTo>
                    <a:pt x="1296" y="1"/>
                  </a:moveTo>
                  <a:cubicBezTo>
                    <a:pt x="1114" y="1"/>
                    <a:pt x="947" y="77"/>
                    <a:pt x="809" y="257"/>
                  </a:cubicBezTo>
                  <a:cubicBezTo>
                    <a:pt x="0" y="1344"/>
                    <a:pt x="2063" y="2933"/>
                    <a:pt x="2760" y="3268"/>
                  </a:cubicBezTo>
                  <a:cubicBezTo>
                    <a:pt x="2927" y="3351"/>
                    <a:pt x="3133" y="3434"/>
                    <a:pt x="3320" y="3434"/>
                  </a:cubicBezTo>
                  <a:cubicBezTo>
                    <a:pt x="3445" y="3434"/>
                    <a:pt x="3562" y="3397"/>
                    <a:pt x="3652" y="3296"/>
                  </a:cubicBezTo>
                  <a:cubicBezTo>
                    <a:pt x="3875" y="3100"/>
                    <a:pt x="3791" y="2766"/>
                    <a:pt x="3736" y="2515"/>
                  </a:cubicBezTo>
                  <a:cubicBezTo>
                    <a:pt x="3550" y="1957"/>
                    <a:pt x="2218" y="1"/>
                    <a:pt x="1296" y="1"/>
                  </a:cubicBezTo>
                  <a:close/>
                </a:path>
              </a:pathLst>
            </a:custGeom>
            <a:solidFill>
              <a:srgbClr val="FBF7E4">
                <a:alpha val="2274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24"/>
            <p:cNvSpPr/>
            <p:nvPr/>
          </p:nvSpPr>
          <p:spPr>
            <a:xfrm>
              <a:off x="5884276" y="2871753"/>
              <a:ext cx="229777" cy="401015"/>
            </a:xfrm>
            <a:custGeom>
              <a:rect b="b" l="l" r="r" t="t"/>
              <a:pathLst>
                <a:path extrusionOk="0" h="16105" w="9228">
                  <a:moveTo>
                    <a:pt x="3281" y="0"/>
                  </a:moveTo>
                  <a:cubicBezTo>
                    <a:pt x="3218" y="0"/>
                    <a:pt x="3155" y="8"/>
                    <a:pt x="3095" y="25"/>
                  </a:cubicBezTo>
                  <a:cubicBezTo>
                    <a:pt x="2788" y="80"/>
                    <a:pt x="2537" y="331"/>
                    <a:pt x="2398" y="610"/>
                  </a:cubicBezTo>
                  <a:cubicBezTo>
                    <a:pt x="2258" y="889"/>
                    <a:pt x="2231" y="1195"/>
                    <a:pt x="2175" y="1530"/>
                  </a:cubicBezTo>
                  <a:cubicBezTo>
                    <a:pt x="2103" y="3087"/>
                    <a:pt x="2422" y="4685"/>
                    <a:pt x="3150" y="6077"/>
                  </a:cubicBezTo>
                  <a:lnTo>
                    <a:pt x="3150" y="6077"/>
                  </a:lnTo>
                  <a:cubicBezTo>
                    <a:pt x="2780" y="5502"/>
                    <a:pt x="2347" y="4971"/>
                    <a:pt x="1840" y="4485"/>
                  </a:cubicBezTo>
                  <a:cubicBezTo>
                    <a:pt x="1562" y="4234"/>
                    <a:pt x="1255" y="3983"/>
                    <a:pt x="893" y="3983"/>
                  </a:cubicBezTo>
                  <a:cubicBezTo>
                    <a:pt x="474" y="3983"/>
                    <a:pt x="168" y="4373"/>
                    <a:pt x="56" y="4763"/>
                  </a:cubicBezTo>
                  <a:cubicBezTo>
                    <a:pt x="1" y="5182"/>
                    <a:pt x="56" y="5600"/>
                    <a:pt x="168" y="5990"/>
                  </a:cubicBezTo>
                  <a:cubicBezTo>
                    <a:pt x="753" y="8220"/>
                    <a:pt x="1924" y="10227"/>
                    <a:pt x="3401" y="11927"/>
                  </a:cubicBezTo>
                  <a:cubicBezTo>
                    <a:pt x="4321" y="12987"/>
                    <a:pt x="5353" y="13879"/>
                    <a:pt x="6468" y="14771"/>
                  </a:cubicBezTo>
                  <a:cubicBezTo>
                    <a:pt x="6997" y="15133"/>
                    <a:pt x="7527" y="15495"/>
                    <a:pt x="8029" y="15802"/>
                  </a:cubicBezTo>
                  <a:cubicBezTo>
                    <a:pt x="8147" y="15873"/>
                    <a:pt x="8426" y="16105"/>
                    <a:pt x="8627" y="16105"/>
                  </a:cubicBezTo>
                  <a:cubicBezTo>
                    <a:pt x="8663" y="16105"/>
                    <a:pt x="8696" y="16098"/>
                    <a:pt x="8726" y="16081"/>
                  </a:cubicBezTo>
                  <a:cubicBezTo>
                    <a:pt x="8921" y="15969"/>
                    <a:pt x="8921" y="15495"/>
                    <a:pt x="8949" y="15328"/>
                  </a:cubicBezTo>
                  <a:cubicBezTo>
                    <a:pt x="9144" y="14129"/>
                    <a:pt x="9227" y="12959"/>
                    <a:pt x="9199" y="11760"/>
                  </a:cubicBezTo>
                  <a:cubicBezTo>
                    <a:pt x="9088" y="9391"/>
                    <a:pt x="8530" y="7021"/>
                    <a:pt x="7499" y="4903"/>
                  </a:cubicBezTo>
                  <a:cubicBezTo>
                    <a:pt x="7360" y="4624"/>
                    <a:pt x="7220" y="4373"/>
                    <a:pt x="6997" y="4178"/>
                  </a:cubicBezTo>
                  <a:cubicBezTo>
                    <a:pt x="6854" y="4015"/>
                    <a:pt x="6637" y="3911"/>
                    <a:pt x="6421" y="3911"/>
                  </a:cubicBezTo>
                  <a:cubicBezTo>
                    <a:pt x="6342" y="3911"/>
                    <a:pt x="6264" y="3925"/>
                    <a:pt x="6189" y="3955"/>
                  </a:cubicBezTo>
                  <a:cubicBezTo>
                    <a:pt x="5910" y="4067"/>
                    <a:pt x="5743" y="4317"/>
                    <a:pt x="5715" y="4596"/>
                  </a:cubicBezTo>
                  <a:cubicBezTo>
                    <a:pt x="5703" y="4715"/>
                    <a:pt x="5701" y="4834"/>
                    <a:pt x="5708" y="4953"/>
                  </a:cubicBezTo>
                  <a:lnTo>
                    <a:pt x="5708" y="4953"/>
                  </a:lnTo>
                  <a:cubicBezTo>
                    <a:pt x="5511" y="3642"/>
                    <a:pt x="5119" y="2361"/>
                    <a:pt x="4572" y="1167"/>
                  </a:cubicBezTo>
                  <a:cubicBezTo>
                    <a:pt x="4377" y="861"/>
                    <a:pt x="4238" y="582"/>
                    <a:pt x="4015" y="331"/>
                  </a:cubicBezTo>
                  <a:cubicBezTo>
                    <a:pt x="3813" y="130"/>
                    <a:pt x="3540" y="0"/>
                    <a:pt x="328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24"/>
            <p:cNvSpPr/>
            <p:nvPr/>
          </p:nvSpPr>
          <p:spPr>
            <a:xfrm>
              <a:off x="5975908" y="2950786"/>
              <a:ext cx="103435" cy="280449"/>
            </a:xfrm>
            <a:custGeom>
              <a:rect b="b" l="l" r="r" t="t"/>
              <a:pathLst>
                <a:path extrusionOk="0" fill="none" h="11263" w="4154">
                  <a:moveTo>
                    <a:pt x="0" y="1"/>
                  </a:moveTo>
                  <a:cubicBezTo>
                    <a:pt x="1227" y="3819"/>
                    <a:pt x="2593" y="7583"/>
                    <a:pt x="4154" y="11262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24"/>
            <p:cNvSpPr/>
            <p:nvPr/>
          </p:nvSpPr>
          <p:spPr>
            <a:xfrm>
              <a:off x="6052252" y="3008404"/>
              <a:ext cx="26394" cy="217950"/>
            </a:xfrm>
            <a:custGeom>
              <a:rect b="b" l="l" r="r" t="t"/>
              <a:pathLst>
                <a:path extrusionOk="0" fill="none" h="8753" w="1060">
                  <a:moveTo>
                    <a:pt x="0" y="0"/>
                  </a:moveTo>
                  <a:cubicBezTo>
                    <a:pt x="363" y="2927"/>
                    <a:pt x="697" y="5826"/>
                    <a:pt x="1060" y="8753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24"/>
            <p:cNvSpPr/>
            <p:nvPr/>
          </p:nvSpPr>
          <p:spPr>
            <a:xfrm>
              <a:off x="5932159" y="3025062"/>
              <a:ext cx="116657" cy="199922"/>
            </a:xfrm>
            <a:custGeom>
              <a:rect b="b" l="l" r="r" t="t"/>
              <a:pathLst>
                <a:path extrusionOk="0" fill="none" h="8029" w="4685">
                  <a:moveTo>
                    <a:pt x="1" y="0"/>
                  </a:moveTo>
                  <a:cubicBezTo>
                    <a:pt x="1283" y="2816"/>
                    <a:pt x="2844" y="5547"/>
                    <a:pt x="4684" y="8028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24"/>
            <p:cNvSpPr/>
            <p:nvPr/>
          </p:nvSpPr>
          <p:spPr>
            <a:xfrm>
              <a:off x="5830841" y="3061192"/>
              <a:ext cx="272804" cy="222282"/>
            </a:xfrm>
            <a:custGeom>
              <a:rect b="b" l="l" r="r" t="t"/>
              <a:pathLst>
                <a:path extrusionOk="0" h="8927" w="10956">
                  <a:moveTo>
                    <a:pt x="809" y="0"/>
                  </a:moveTo>
                  <a:cubicBezTo>
                    <a:pt x="635" y="0"/>
                    <a:pt x="471" y="39"/>
                    <a:pt x="335" y="138"/>
                  </a:cubicBezTo>
                  <a:cubicBezTo>
                    <a:pt x="0" y="389"/>
                    <a:pt x="56" y="835"/>
                    <a:pt x="112" y="1225"/>
                  </a:cubicBezTo>
                  <a:cubicBezTo>
                    <a:pt x="474" y="3037"/>
                    <a:pt x="1784" y="4514"/>
                    <a:pt x="3206" y="5657"/>
                  </a:cubicBezTo>
                  <a:cubicBezTo>
                    <a:pt x="4878" y="6967"/>
                    <a:pt x="6774" y="7943"/>
                    <a:pt x="8837" y="8556"/>
                  </a:cubicBezTo>
                  <a:cubicBezTo>
                    <a:pt x="9218" y="8683"/>
                    <a:pt x="9830" y="8926"/>
                    <a:pt x="10273" y="8926"/>
                  </a:cubicBezTo>
                  <a:cubicBezTo>
                    <a:pt x="10316" y="8926"/>
                    <a:pt x="10358" y="8924"/>
                    <a:pt x="10398" y="8919"/>
                  </a:cubicBezTo>
                  <a:cubicBezTo>
                    <a:pt x="10955" y="8863"/>
                    <a:pt x="10426" y="8082"/>
                    <a:pt x="10286" y="7720"/>
                  </a:cubicBezTo>
                  <a:cubicBezTo>
                    <a:pt x="9840" y="6633"/>
                    <a:pt x="9311" y="5546"/>
                    <a:pt x="8697" y="4542"/>
                  </a:cubicBezTo>
                  <a:cubicBezTo>
                    <a:pt x="7973" y="3399"/>
                    <a:pt x="7164" y="2340"/>
                    <a:pt x="6244" y="1365"/>
                  </a:cubicBezTo>
                  <a:cubicBezTo>
                    <a:pt x="6049" y="1120"/>
                    <a:pt x="5767" y="876"/>
                    <a:pt x="5475" y="876"/>
                  </a:cubicBezTo>
                  <a:cubicBezTo>
                    <a:pt x="5434" y="876"/>
                    <a:pt x="5393" y="880"/>
                    <a:pt x="5352" y="891"/>
                  </a:cubicBezTo>
                  <a:cubicBezTo>
                    <a:pt x="4962" y="946"/>
                    <a:pt x="4767" y="1392"/>
                    <a:pt x="4823" y="1811"/>
                  </a:cubicBezTo>
                  <a:cubicBezTo>
                    <a:pt x="4878" y="2201"/>
                    <a:pt x="5157" y="2507"/>
                    <a:pt x="5408" y="2842"/>
                  </a:cubicBezTo>
                  <a:cubicBezTo>
                    <a:pt x="4321" y="1643"/>
                    <a:pt x="2983" y="696"/>
                    <a:pt x="1478" y="138"/>
                  </a:cubicBezTo>
                  <a:cubicBezTo>
                    <a:pt x="1261" y="61"/>
                    <a:pt x="1027" y="0"/>
                    <a:pt x="80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24"/>
            <p:cNvSpPr/>
            <p:nvPr/>
          </p:nvSpPr>
          <p:spPr>
            <a:xfrm>
              <a:off x="5885671" y="3144433"/>
              <a:ext cx="161053" cy="107618"/>
            </a:xfrm>
            <a:custGeom>
              <a:rect b="b" l="l" r="r" t="t"/>
              <a:pathLst>
                <a:path extrusionOk="0" fill="none" h="4322" w="6468">
                  <a:moveTo>
                    <a:pt x="6467" y="4321"/>
                  </a:moveTo>
                  <a:cubicBezTo>
                    <a:pt x="4293" y="2900"/>
                    <a:pt x="2147" y="1450"/>
                    <a:pt x="0" y="1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24"/>
            <p:cNvSpPr/>
            <p:nvPr/>
          </p:nvSpPr>
          <p:spPr>
            <a:xfrm>
              <a:off x="5975908" y="3118761"/>
              <a:ext cx="89565" cy="133290"/>
            </a:xfrm>
            <a:custGeom>
              <a:rect b="b" l="l" r="r" t="t"/>
              <a:pathLst>
                <a:path extrusionOk="0" fill="none" h="5353" w="3597">
                  <a:moveTo>
                    <a:pt x="0" y="0"/>
                  </a:moveTo>
                  <a:cubicBezTo>
                    <a:pt x="1199" y="1784"/>
                    <a:pt x="2425" y="3596"/>
                    <a:pt x="3596" y="5352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24"/>
            <p:cNvSpPr/>
            <p:nvPr/>
          </p:nvSpPr>
          <p:spPr>
            <a:xfrm>
              <a:off x="6079318" y="2959426"/>
              <a:ext cx="152737" cy="287147"/>
            </a:xfrm>
            <a:custGeom>
              <a:rect b="b" l="l" r="r" t="t"/>
              <a:pathLst>
                <a:path extrusionOk="0" h="11532" w="6134">
                  <a:moveTo>
                    <a:pt x="3590" y="0"/>
                  </a:moveTo>
                  <a:cubicBezTo>
                    <a:pt x="3340" y="0"/>
                    <a:pt x="3086" y="118"/>
                    <a:pt x="2927" y="378"/>
                  </a:cubicBezTo>
                  <a:cubicBezTo>
                    <a:pt x="2258" y="1438"/>
                    <a:pt x="1952" y="2776"/>
                    <a:pt x="2119" y="4030"/>
                  </a:cubicBezTo>
                  <a:lnTo>
                    <a:pt x="1785" y="3500"/>
                  </a:lnTo>
                  <a:cubicBezTo>
                    <a:pt x="1620" y="3259"/>
                    <a:pt x="1374" y="3145"/>
                    <a:pt x="1128" y="3145"/>
                  </a:cubicBezTo>
                  <a:cubicBezTo>
                    <a:pt x="835" y="3145"/>
                    <a:pt x="543" y="3308"/>
                    <a:pt x="391" y="3612"/>
                  </a:cubicBezTo>
                  <a:cubicBezTo>
                    <a:pt x="307" y="3751"/>
                    <a:pt x="251" y="3918"/>
                    <a:pt x="224" y="4058"/>
                  </a:cubicBezTo>
                  <a:cubicBezTo>
                    <a:pt x="28" y="4615"/>
                    <a:pt x="1" y="5201"/>
                    <a:pt x="28" y="5814"/>
                  </a:cubicBezTo>
                  <a:cubicBezTo>
                    <a:pt x="84" y="6957"/>
                    <a:pt x="279" y="8100"/>
                    <a:pt x="586" y="9215"/>
                  </a:cubicBezTo>
                  <a:cubicBezTo>
                    <a:pt x="781" y="9800"/>
                    <a:pt x="1060" y="11417"/>
                    <a:pt x="1812" y="11528"/>
                  </a:cubicBezTo>
                  <a:cubicBezTo>
                    <a:pt x="1834" y="11531"/>
                    <a:pt x="1856" y="11532"/>
                    <a:pt x="1877" y="11532"/>
                  </a:cubicBezTo>
                  <a:cubicBezTo>
                    <a:pt x="2619" y="11532"/>
                    <a:pt x="3075" y="10148"/>
                    <a:pt x="3346" y="9633"/>
                  </a:cubicBezTo>
                  <a:cubicBezTo>
                    <a:pt x="4321" y="7877"/>
                    <a:pt x="5241" y="6093"/>
                    <a:pt x="5854" y="4197"/>
                  </a:cubicBezTo>
                  <a:cubicBezTo>
                    <a:pt x="6022" y="3751"/>
                    <a:pt x="6133" y="3249"/>
                    <a:pt x="5966" y="2776"/>
                  </a:cubicBezTo>
                  <a:cubicBezTo>
                    <a:pt x="5826" y="2469"/>
                    <a:pt x="5548" y="2218"/>
                    <a:pt x="5241" y="2218"/>
                  </a:cubicBezTo>
                  <a:cubicBezTo>
                    <a:pt x="5228" y="2217"/>
                    <a:pt x="5216" y="2217"/>
                    <a:pt x="5203" y="2217"/>
                  </a:cubicBezTo>
                  <a:cubicBezTo>
                    <a:pt x="4697" y="2217"/>
                    <a:pt x="4400" y="2759"/>
                    <a:pt x="4210" y="3222"/>
                  </a:cubicBezTo>
                  <a:cubicBezTo>
                    <a:pt x="4433" y="2385"/>
                    <a:pt x="4461" y="1521"/>
                    <a:pt x="4349" y="685"/>
                  </a:cubicBezTo>
                  <a:cubicBezTo>
                    <a:pt x="4316" y="254"/>
                    <a:pt x="3958" y="0"/>
                    <a:pt x="35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24"/>
            <p:cNvSpPr/>
            <p:nvPr/>
          </p:nvSpPr>
          <p:spPr>
            <a:xfrm>
              <a:off x="6111240" y="3101406"/>
              <a:ext cx="9064" cy="135381"/>
            </a:xfrm>
            <a:custGeom>
              <a:rect b="b" l="l" r="r" t="t"/>
              <a:pathLst>
                <a:path extrusionOk="0" fill="none" h="5437" w="364">
                  <a:moveTo>
                    <a:pt x="363" y="5436"/>
                  </a:moveTo>
                  <a:cubicBezTo>
                    <a:pt x="112" y="3624"/>
                    <a:pt x="1" y="1812"/>
                    <a:pt x="84" y="0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24"/>
            <p:cNvSpPr/>
            <p:nvPr/>
          </p:nvSpPr>
          <p:spPr>
            <a:xfrm>
              <a:off x="6129989" y="3015326"/>
              <a:ext cx="28486" cy="213816"/>
            </a:xfrm>
            <a:custGeom>
              <a:rect b="b" l="l" r="r" t="t"/>
              <a:pathLst>
                <a:path extrusionOk="0" fill="none" h="8587" w="1144">
                  <a:moveTo>
                    <a:pt x="0" y="8586"/>
                  </a:moveTo>
                  <a:cubicBezTo>
                    <a:pt x="196" y="5715"/>
                    <a:pt x="586" y="2844"/>
                    <a:pt x="1143" y="1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24"/>
            <p:cNvSpPr/>
            <p:nvPr/>
          </p:nvSpPr>
          <p:spPr>
            <a:xfrm>
              <a:off x="6139003" y="3056287"/>
              <a:ext cx="57643" cy="172856"/>
            </a:xfrm>
            <a:custGeom>
              <a:rect b="b" l="l" r="r" t="t"/>
              <a:pathLst>
                <a:path extrusionOk="0" fill="none" h="6942" w="2315">
                  <a:moveTo>
                    <a:pt x="1" y="6941"/>
                  </a:moveTo>
                  <a:cubicBezTo>
                    <a:pt x="530" y="4572"/>
                    <a:pt x="1339" y="2231"/>
                    <a:pt x="2314" y="1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24"/>
            <p:cNvSpPr/>
            <p:nvPr/>
          </p:nvSpPr>
          <p:spPr>
            <a:xfrm>
              <a:off x="5977975" y="3224461"/>
              <a:ext cx="385253" cy="587715"/>
            </a:xfrm>
            <a:custGeom>
              <a:rect b="b" l="l" r="r" t="t"/>
              <a:pathLst>
                <a:path extrusionOk="0" h="23603" w="15472">
                  <a:moveTo>
                    <a:pt x="6323" y="0"/>
                  </a:moveTo>
                  <a:cubicBezTo>
                    <a:pt x="5418" y="0"/>
                    <a:pt x="4512" y="258"/>
                    <a:pt x="3764" y="773"/>
                  </a:cubicBezTo>
                  <a:cubicBezTo>
                    <a:pt x="1" y="3282"/>
                    <a:pt x="2816" y="7240"/>
                    <a:pt x="4321" y="10223"/>
                  </a:cubicBezTo>
                  <a:cubicBezTo>
                    <a:pt x="6245" y="14041"/>
                    <a:pt x="8391" y="17777"/>
                    <a:pt x="10761" y="21401"/>
                  </a:cubicBezTo>
                  <a:cubicBezTo>
                    <a:pt x="11179" y="22070"/>
                    <a:pt x="11625" y="22711"/>
                    <a:pt x="12294" y="23185"/>
                  </a:cubicBezTo>
                  <a:cubicBezTo>
                    <a:pt x="12686" y="23446"/>
                    <a:pt x="13155" y="23602"/>
                    <a:pt x="13611" y="23602"/>
                  </a:cubicBezTo>
                  <a:cubicBezTo>
                    <a:pt x="13932" y="23602"/>
                    <a:pt x="14247" y="23525"/>
                    <a:pt x="14524" y="23352"/>
                  </a:cubicBezTo>
                  <a:cubicBezTo>
                    <a:pt x="15444" y="22766"/>
                    <a:pt x="15472" y="21428"/>
                    <a:pt x="15332" y="20313"/>
                  </a:cubicBezTo>
                  <a:cubicBezTo>
                    <a:pt x="14803" y="15463"/>
                    <a:pt x="13715" y="10669"/>
                    <a:pt x="12182" y="6041"/>
                  </a:cubicBezTo>
                  <a:cubicBezTo>
                    <a:pt x="11430" y="3728"/>
                    <a:pt x="10315" y="1302"/>
                    <a:pt x="8112" y="355"/>
                  </a:cubicBezTo>
                  <a:cubicBezTo>
                    <a:pt x="7550" y="118"/>
                    <a:pt x="6937" y="0"/>
                    <a:pt x="63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24"/>
            <p:cNvSpPr/>
            <p:nvPr/>
          </p:nvSpPr>
          <p:spPr>
            <a:xfrm>
              <a:off x="6057804" y="3372791"/>
              <a:ext cx="20841" cy="14616"/>
            </a:xfrm>
            <a:custGeom>
              <a:rect b="b" l="l" r="r" t="t"/>
              <a:pathLst>
                <a:path extrusionOk="0" fill="none" h="587" w="837">
                  <a:moveTo>
                    <a:pt x="0" y="586"/>
                  </a:moveTo>
                  <a:cubicBezTo>
                    <a:pt x="168" y="307"/>
                    <a:pt x="474" y="84"/>
                    <a:pt x="837" y="1"/>
                  </a:cubicBez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24"/>
            <p:cNvSpPr/>
            <p:nvPr/>
          </p:nvSpPr>
          <p:spPr>
            <a:xfrm>
              <a:off x="6097370" y="3320053"/>
              <a:ext cx="107593" cy="36105"/>
            </a:xfrm>
            <a:custGeom>
              <a:rect b="b" l="l" r="r" t="t"/>
              <a:pathLst>
                <a:path extrusionOk="0" fill="none" h="1450" w="4321">
                  <a:moveTo>
                    <a:pt x="0" y="1450"/>
                  </a:moveTo>
                  <a:cubicBezTo>
                    <a:pt x="1338" y="669"/>
                    <a:pt x="2788" y="140"/>
                    <a:pt x="4321" y="0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24"/>
            <p:cNvSpPr/>
            <p:nvPr/>
          </p:nvSpPr>
          <p:spPr>
            <a:xfrm>
              <a:off x="6071674" y="3285342"/>
              <a:ext cx="87499" cy="41658"/>
            </a:xfrm>
            <a:custGeom>
              <a:rect b="b" l="l" r="r" t="t"/>
              <a:pathLst>
                <a:path extrusionOk="0" fill="none" h="1673" w="3514">
                  <a:moveTo>
                    <a:pt x="1" y="1673"/>
                  </a:moveTo>
                  <a:cubicBezTo>
                    <a:pt x="865" y="669"/>
                    <a:pt x="2147" y="28"/>
                    <a:pt x="3513" y="0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24"/>
            <p:cNvSpPr/>
            <p:nvPr/>
          </p:nvSpPr>
          <p:spPr>
            <a:xfrm>
              <a:off x="6180661" y="3276303"/>
              <a:ext cx="27091" cy="3511"/>
            </a:xfrm>
            <a:custGeom>
              <a:rect b="b" l="l" r="r" t="t"/>
              <a:pathLst>
                <a:path extrusionOk="0" fill="none" h="141" w="1088">
                  <a:moveTo>
                    <a:pt x="0" y="140"/>
                  </a:moveTo>
                  <a:cubicBezTo>
                    <a:pt x="363" y="113"/>
                    <a:pt x="697" y="57"/>
                    <a:pt x="1087" y="1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24"/>
            <p:cNvSpPr/>
            <p:nvPr/>
          </p:nvSpPr>
          <p:spPr>
            <a:xfrm>
              <a:off x="6093884" y="3395699"/>
              <a:ext cx="53485" cy="22933"/>
            </a:xfrm>
            <a:custGeom>
              <a:rect b="b" l="l" r="r" t="t"/>
              <a:pathLst>
                <a:path extrusionOk="0" fill="none" h="921" w="2148">
                  <a:moveTo>
                    <a:pt x="1" y="920"/>
                  </a:moveTo>
                  <a:cubicBezTo>
                    <a:pt x="670" y="502"/>
                    <a:pt x="1367" y="196"/>
                    <a:pt x="2147" y="1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24"/>
            <p:cNvSpPr/>
            <p:nvPr/>
          </p:nvSpPr>
          <p:spPr>
            <a:xfrm>
              <a:off x="6175805" y="3360988"/>
              <a:ext cx="72907" cy="17380"/>
            </a:xfrm>
            <a:custGeom>
              <a:rect b="b" l="l" r="r" t="t"/>
              <a:pathLst>
                <a:path extrusionOk="0" fill="none" h="698" w="2928">
                  <a:moveTo>
                    <a:pt x="0" y="698"/>
                  </a:moveTo>
                  <a:cubicBezTo>
                    <a:pt x="864" y="196"/>
                    <a:pt x="1924" y="1"/>
                    <a:pt x="2927" y="168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24"/>
            <p:cNvSpPr/>
            <p:nvPr/>
          </p:nvSpPr>
          <p:spPr>
            <a:xfrm>
              <a:off x="6112634" y="3456778"/>
              <a:ext cx="29880" cy="24327"/>
            </a:xfrm>
            <a:custGeom>
              <a:rect b="b" l="l" r="r" t="t"/>
              <a:pathLst>
                <a:path extrusionOk="0" fill="none" h="977" w="1200">
                  <a:moveTo>
                    <a:pt x="1" y="976"/>
                  </a:moveTo>
                  <a:cubicBezTo>
                    <a:pt x="279" y="530"/>
                    <a:pt x="725" y="168"/>
                    <a:pt x="1199" y="1"/>
                  </a:cubicBez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24"/>
            <p:cNvSpPr/>
            <p:nvPr/>
          </p:nvSpPr>
          <p:spPr>
            <a:xfrm>
              <a:off x="6199386" y="3420698"/>
              <a:ext cx="72907" cy="22236"/>
            </a:xfrm>
            <a:custGeom>
              <a:rect b="b" l="l" r="r" t="t"/>
              <a:pathLst>
                <a:path extrusionOk="0" fill="none" h="893" w="2928">
                  <a:moveTo>
                    <a:pt x="1" y="892"/>
                  </a:moveTo>
                  <a:cubicBezTo>
                    <a:pt x="781" y="474"/>
                    <a:pt x="1673" y="195"/>
                    <a:pt x="2538" y="0"/>
                  </a:cubicBezTo>
                  <a:cubicBezTo>
                    <a:pt x="2677" y="0"/>
                    <a:pt x="2789" y="0"/>
                    <a:pt x="2928" y="28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24"/>
            <p:cNvSpPr/>
            <p:nvPr/>
          </p:nvSpPr>
          <p:spPr>
            <a:xfrm>
              <a:off x="6179964" y="3402646"/>
              <a:ext cx="27091" cy="12525"/>
            </a:xfrm>
            <a:custGeom>
              <a:rect b="b" l="l" r="r" t="t"/>
              <a:pathLst>
                <a:path extrusionOk="0" fill="none" h="503" w="1088">
                  <a:moveTo>
                    <a:pt x="0" y="502"/>
                  </a:moveTo>
                  <a:cubicBezTo>
                    <a:pt x="307" y="223"/>
                    <a:pt x="669" y="56"/>
                    <a:pt x="1088" y="0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24"/>
            <p:cNvSpPr/>
            <p:nvPr/>
          </p:nvSpPr>
          <p:spPr>
            <a:xfrm>
              <a:off x="6152897" y="3515767"/>
              <a:ext cx="31250" cy="18775"/>
            </a:xfrm>
            <a:custGeom>
              <a:rect b="b" l="l" r="r" t="t"/>
              <a:pathLst>
                <a:path extrusionOk="0" fill="none" h="754" w="1255">
                  <a:moveTo>
                    <a:pt x="0" y="754"/>
                  </a:moveTo>
                  <a:cubicBezTo>
                    <a:pt x="391" y="419"/>
                    <a:pt x="809" y="196"/>
                    <a:pt x="1255" y="1"/>
                  </a:cubicBez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24"/>
            <p:cNvSpPr/>
            <p:nvPr/>
          </p:nvSpPr>
          <p:spPr>
            <a:xfrm>
              <a:off x="6217438" y="3476225"/>
              <a:ext cx="63196" cy="21539"/>
            </a:xfrm>
            <a:custGeom>
              <a:rect b="b" l="l" r="r" t="t"/>
              <a:pathLst>
                <a:path extrusionOk="0" fill="none" h="865" w="2538">
                  <a:moveTo>
                    <a:pt x="1" y="864"/>
                  </a:moveTo>
                  <a:cubicBezTo>
                    <a:pt x="753" y="418"/>
                    <a:pt x="1645" y="139"/>
                    <a:pt x="2537" y="0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24"/>
            <p:cNvSpPr/>
            <p:nvPr/>
          </p:nvSpPr>
          <p:spPr>
            <a:xfrm>
              <a:off x="6154964" y="3524805"/>
              <a:ext cx="110407" cy="56249"/>
            </a:xfrm>
            <a:custGeom>
              <a:rect b="b" l="l" r="r" t="t"/>
              <a:pathLst>
                <a:path extrusionOk="0" fill="none" h="2259" w="4434">
                  <a:moveTo>
                    <a:pt x="1" y="2258"/>
                  </a:moveTo>
                  <a:cubicBezTo>
                    <a:pt x="1255" y="1143"/>
                    <a:pt x="2788" y="335"/>
                    <a:pt x="4433" y="0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24"/>
            <p:cNvSpPr/>
            <p:nvPr/>
          </p:nvSpPr>
          <p:spPr>
            <a:xfrm>
              <a:off x="6281307" y="3517858"/>
              <a:ext cx="22933" cy="6972"/>
            </a:xfrm>
            <a:custGeom>
              <a:rect b="b" l="l" r="r" t="t"/>
              <a:pathLst>
                <a:path extrusionOk="0" fill="none" h="280" w="921">
                  <a:moveTo>
                    <a:pt x="0" y="279"/>
                  </a:moveTo>
                  <a:cubicBezTo>
                    <a:pt x="251" y="56"/>
                    <a:pt x="614" y="1"/>
                    <a:pt x="920" y="56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24"/>
            <p:cNvSpPr/>
            <p:nvPr/>
          </p:nvSpPr>
          <p:spPr>
            <a:xfrm>
              <a:off x="6222294" y="3573385"/>
              <a:ext cx="20169" cy="11828"/>
            </a:xfrm>
            <a:custGeom>
              <a:rect b="b" l="l" r="r" t="t"/>
              <a:pathLst>
                <a:path extrusionOk="0" fill="none" h="475" w="810">
                  <a:moveTo>
                    <a:pt x="1" y="474"/>
                  </a:moveTo>
                  <a:cubicBezTo>
                    <a:pt x="224" y="279"/>
                    <a:pt x="530" y="112"/>
                    <a:pt x="809" y="1"/>
                  </a:cubicBezTo>
                </a:path>
              </a:pathLst>
            </a:custGeom>
            <a:noFill/>
            <a:ln cap="rnd" cmpd="sng" w="9525">
              <a:solidFill>
                <a:srgbClr val="2A3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24"/>
            <p:cNvSpPr/>
            <p:nvPr/>
          </p:nvSpPr>
          <p:spPr>
            <a:xfrm>
              <a:off x="6272965" y="3551872"/>
              <a:ext cx="46538" cy="10433"/>
            </a:xfrm>
            <a:custGeom>
              <a:rect b="b" l="l" r="r" t="t"/>
              <a:pathLst>
                <a:path extrusionOk="0" fill="none" h="419" w="1869">
                  <a:moveTo>
                    <a:pt x="1" y="419"/>
                  </a:moveTo>
                  <a:cubicBezTo>
                    <a:pt x="586" y="168"/>
                    <a:pt x="1227" y="28"/>
                    <a:pt x="1868" y="0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24"/>
            <p:cNvSpPr/>
            <p:nvPr/>
          </p:nvSpPr>
          <p:spPr>
            <a:xfrm>
              <a:off x="6204266" y="3596990"/>
              <a:ext cx="108290" cy="43052"/>
            </a:xfrm>
            <a:custGeom>
              <a:rect b="b" l="l" r="r" t="t"/>
              <a:pathLst>
                <a:path extrusionOk="0" fill="none" h="1729" w="4349">
                  <a:moveTo>
                    <a:pt x="0" y="1729"/>
                  </a:moveTo>
                  <a:cubicBezTo>
                    <a:pt x="1282" y="864"/>
                    <a:pt x="2788" y="223"/>
                    <a:pt x="4349" y="0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24"/>
            <p:cNvSpPr/>
            <p:nvPr/>
          </p:nvSpPr>
          <p:spPr>
            <a:xfrm>
              <a:off x="6238255" y="3655281"/>
              <a:ext cx="94446" cy="29880"/>
            </a:xfrm>
            <a:custGeom>
              <a:rect b="b" l="l" r="r" t="t"/>
              <a:pathLst>
                <a:path extrusionOk="0" fill="none" h="1200" w="3793">
                  <a:moveTo>
                    <a:pt x="1" y="1200"/>
                  </a:moveTo>
                  <a:cubicBezTo>
                    <a:pt x="1116" y="475"/>
                    <a:pt x="2426" y="57"/>
                    <a:pt x="3792" y="1"/>
                  </a:cubicBezTo>
                </a:path>
              </a:pathLst>
            </a:custGeom>
            <a:noFill/>
            <a:ln cap="rnd" cmpd="sng" w="9525">
              <a:solidFill>
                <a:srgbClr val="2A3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24"/>
            <p:cNvSpPr/>
            <p:nvPr/>
          </p:nvSpPr>
          <p:spPr>
            <a:xfrm>
              <a:off x="6273662" y="3696242"/>
              <a:ext cx="28486" cy="13919"/>
            </a:xfrm>
            <a:custGeom>
              <a:rect b="b" l="l" r="r" t="t"/>
              <a:pathLst>
                <a:path extrusionOk="0" fill="none" h="559" w="1144">
                  <a:moveTo>
                    <a:pt x="1" y="558"/>
                  </a:moveTo>
                  <a:cubicBezTo>
                    <a:pt x="307" y="279"/>
                    <a:pt x="698" y="84"/>
                    <a:pt x="1144" y="1"/>
                  </a:cubicBezTo>
                </a:path>
              </a:pathLst>
            </a:custGeom>
            <a:noFill/>
            <a:ln cap="rnd" cmpd="sng" w="9525">
              <a:solidFill>
                <a:srgbClr val="2A3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24"/>
            <p:cNvSpPr/>
            <p:nvPr/>
          </p:nvSpPr>
          <p:spPr>
            <a:xfrm>
              <a:off x="6312531" y="3688597"/>
              <a:ext cx="26394" cy="4208"/>
            </a:xfrm>
            <a:custGeom>
              <a:rect b="b" l="l" r="r" t="t"/>
              <a:pathLst>
                <a:path extrusionOk="0" fill="none" h="169" w="1060">
                  <a:moveTo>
                    <a:pt x="1" y="168"/>
                  </a:moveTo>
                  <a:cubicBezTo>
                    <a:pt x="335" y="29"/>
                    <a:pt x="698" y="1"/>
                    <a:pt x="1060" y="29"/>
                  </a:cubicBezTo>
                </a:path>
              </a:pathLst>
            </a:custGeom>
            <a:noFill/>
            <a:ln cap="rnd" cmpd="sng" w="9525">
              <a:solidFill>
                <a:srgbClr val="2A3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4"/>
            <p:cNvSpPr/>
            <p:nvPr/>
          </p:nvSpPr>
          <p:spPr>
            <a:xfrm>
              <a:off x="6277821" y="3724005"/>
              <a:ext cx="70840" cy="22933"/>
            </a:xfrm>
            <a:custGeom>
              <a:rect b="b" l="l" r="r" t="t"/>
              <a:pathLst>
                <a:path extrusionOk="0" fill="none" h="921" w="2845">
                  <a:moveTo>
                    <a:pt x="1" y="920"/>
                  </a:moveTo>
                  <a:cubicBezTo>
                    <a:pt x="837" y="363"/>
                    <a:pt x="1813" y="56"/>
                    <a:pt x="2844" y="1"/>
                  </a:cubicBezTo>
                </a:path>
              </a:pathLst>
            </a:custGeom>
            <a:noFill/>
            <a:ln cap="rnd" cmpd="sng" w="9525">
              <a:solidFill>
                <a:srgbClr val="2A3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4"/>
            <p:cNvSpPr/>
            <p:nvPr/>
          </p:nvSpPr>
          <p:spPr>
            <a:xfrm>
              <a:off x="6053646" y="3338329"/>
              <a:ext cx="140212" cy="232367"/>
            </a:xfrm>
            <a:custGeom>
              <a:rect b="b" l="l" r="r" t="t"/>
              <a:pathLst>
                <a:path extrusionOk="0" h="9332" w="5631">
                  <a:moveTo>
                    <a:pt x="883" y="0"/>
                  </a:moveTo>
                  <a:cubicBezTo>
                    <a:pt x="424" y="0"/>
                    <a:pt x="21" y="601"/>
                    <a:pt x="0" y="1106"/>
                  </a:cubicBezTo>
                  <a:cubicBezTo>
                    <a:pt x="0" y="1663"/>
                    <a:pt x="335" y="2249"/>
                    <a:pt x="558" y="2751"/>
                  </a:cubicBezTo>
                  <a:cubicBezTo>
                    <a:pt x="836" y="3364"/>
                    <a:pt x="1115" y="4005"/>
                    <a:pt x="1422" y="4618"/>
                  </a:cubicBezTo>
                  <a:cubicBezTo>
                    <a:pt x="2147" y="5984"/>
                    <a:pt x="2955" y="7294"/>
                    <a:pt x="3819" y="8521"/>
                  </a:cubicBezTo>
                  <a:cubicBezTo>
                    <a:pt x="3986" y="8772"/>
                    <a:pt x="4181" y="9022"/>
                    <a:pt x="4404" y="9162"/>
                  </a:cubicBezTo>
                  <a:cubicBezTo>
                    <a:pt x="4566" y="9270"/>
                    <a:pt x="4752" y="9331"/>
                    <a:pt x="4930" y="9331"/>
                  </a:cubicBezTo>
                  <a:cubicBezTo>
                    <a:pt x="5028" y="9331"/>
                    <a:pt x="5124" y="9313"/>
                    <a:pt x="5213" y="9273"/>
                  </a:cubicBezTo>
                  <a:cubicBezTo>
                    <a:pt x="5492" y="9134"/>
                    <a:pt x="5631" y="8772"/>
                    <a:pt x="5631" y="8493"/>
                  </a:cubicBezTo>
                  <a:cubicBezTo>
                    <a:pt x="5631" y="8186"/>
                    <a:pt x="5492" y="7880"/>
                    <a:pt x="5380" y="7601"/>
                  </a:cubicBezTo>
                  <a:cubicBezTo>
                    <a:pt x="4823" y="6291"/>
                    <a:pt x="4237" y="5008"/>
                    <a:pt x="3540" y="3782"/>
                  </a:cubicBezTo>
                  <a:cubicBezTo>
                    <a:pt x="3206" y="3169"/>
                    <a:pt x="2843" y="2528"/>
                    <a:pt x="2453" y="1942"/>
                  </a:cubicBezTo>
                  <a:cubicBezTo>
                    <a:pt x="2147" y="1385"/>
                    <a:pt x="1812" y="660"/>
                    <a:pt x="1338" y="214"/>
                  </a:cubicBezTo>
                  <a:cubicBezTo>
                    <a:pt x="1188" y="64"/>
                    <a:pt x="1033" y="0"/>
                    <a:pt x="883" y="0"/>
                  </a:cubicBezTo>
                  <a:close/>
                </a:path>
              </a:pathLst>
            </a:custGeom>
            <a:solidFill>
              <a:srgbClr val="FBF7E4">
                <a:alpha val="2274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24"/>
            <p:cNvSpPr/>
            <p:nvPr/>
          </p:nvSpPr>
          <p:spPr>
            <a:xfrm>
              <a:off x="5735050" y="3296447"/>
              <a:ext cx="217277" cy="219344"/>
            </a:xfrm>
            <a:custGeom>
              <a:rect b="b" l="l" r="r" t="t"/>
              <a:pathLst>
                <a:path extrusionOk="0" fill="none" h="8809" w="8726">
                  <a:moveTo>
                    <a:pt x="1561" y="8809"/>
                  </a:moveTo>
                  <a:cubicBezTo>
                    <a:pt x="1004" y="7917"/>
                    <a:pt x="474" y="6969"/>
                    <a:pt x="251" y="5966"/>
                  </a:cubicBezTo>
                  <a:cubicBezTo>
                    <a:pt x="0" y="4962"/>
                    <a:pt x="56" y="3791"/>
                    <a:pt x="558" y="2899"/>
                  </a:cubicBezTo>
                  <a:cubicBezTo>
                    <a:pt x="1060" y="1980"/>
                    <a:pt x="2091" y="1283"/>
                    <a:pt x="3122" y="1366"/>
                  </a:cubicBezTo>
                  <a:cubicBezTo>
                    <a:pt x="4182" y="1422"/>
                    <a:pt x="5157" y="2370"/>
                    <a:pt x="5102" y="3401"/>
                  </a:cubicBezTo>
                  <a:cubicBezTo>
                    <a:pt x="5102" y="3875"/>
                    <a:pt x="4906" y="4321"/>
                    <a:pt x="4544" y="4600"/>
                  </a:cubicBezTo>
                  <a:cubicBezTo>
                    <a:pt x="4210" y="4879"/>
                    <a:pt x="3680" y="4990"/>
                    <a:pt x="3290" y="4767"/>
                  </a:cubicBezTo>
                  <a:cubicBezTo>
                    <a:pt x="2872" y="4600"/>
                    <a:pt x="2593" y="4154"/>
                    <a:pt x="2537" y="3652"/>
                  </a:cubicBezTo>
                  <a:cubicBezTo>
                    <a:pt x="2453" y="3206"/>
                    <a:pt x="2593" y="2732"/>
                    <a:pt x="2816" y="2314"/>
                  </a:cubicBezTo>
                  <a:cubicBezTo>
                    <a:pt x="3345" y="1255"/>
                    <a:pt x="4349" y="502"/>
                    <a:pt x="5464" y="251"/>
                  </a:cubicBezTo>
                  <a:cubicBezTo>
                    <a:pt x="6579" y="0"/>
                    <a:pt x="7833" y="307"/>
                    <a:pt x="8725" y="1060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24"/>
            <p:cNvSpPr/>
            <p:nvPr/>
          </p:nvSpPr>
          <p:spPr>
            <a:xfrm>
              <a:off x="5453232" y="3435115"/>
              <a:ext cx="968311" cy="922719"/>
            </a:xfrm>
            <a:custGeom>
              <a:rect b="b" l="l" r="r" t="t"/>
              <a:pathLst>
                <a:path extrusionOk="0" h="37057" w="38888">
                  <a:moveTo>
                    <a:pt x="18896" y="1"/>
                  </a:moveTo>
                  <a:cubicBezTo>
                    <a:pt x="11673" y="1"/>
                    <a:pt x="4658" y="4380"/>
                    <a:pt x="1674" y="11658"/>
                  </a:cubicBezTo>
                  <a:cubicBezTo>
                    <a:pt x="419" y="14669"/>
                    <a:pt x="1" y="18097"/>
                    <a:pt x="308" y="21415"/>
                  </a:cubicBezTo>
                  <a:cubicBezTo>
                    <a:pt x="1144" y="29972"/>
                    <a:pt x="6580" y="35547"/>
                    <a:pt x="14413" y="36774"/>
                  </a:cubicBezTo>
                  <a:cubicBezTo>
                    <a:pt x="15612" y="36962"/>
                    <a:pt x="16861" y="37057"/>
                    <a:pt x="18131" y="37057"/>
                  </a:cubicBezTo>
                  <a:cubicBezTo>
                    <a:pt x="26482" y="37057"/>
                    <a:pt x="35716" y="32930"/>
                    <a:pt x="37410" y="23784"/>
                  </a:cubicBezTo>
                  <a:cubicBezTo>
                    <a:pt x="38887" y="15867"/>
                    <a:pt x="35040" y="6975"/>
                    <a:pt x="28378" y="2766"/>
                  </a:cubicBezTo>
                  <a:cubicBezTo>
                    <a:pt x="25404" y="878"/>
                    <a:pt x="22129" y="1"/>
                    <a:pt x="1889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4"/>
            <p:cNvSpPr/>
            <p:nvPr/>
          </p:nvSpPr>
          <p:spPr>
            <a:xfrm>
              <a:off x="5889132" y="3434817"/>
              <a:ext cx="450491" cy="825759"/>
            </a:xfrm>
            <a:custGeom>
              <a:rect b="b" l="l" r="r" t="t"/>
              <a:pathLst>
                <a:path extrusionOk="0" h="33163" w="18092">
                  <a:moveTo>
                    <a:pt x="1329" y="0"/>
                  </a:moveTo>
                  <a:cubicBezTo>
                    <a:pt x="882" y="0"/>
                    <a:pt x="442" y="14"/>
                    <a:pt x="1" y="46"/>
                  </a:cubicBezTo>
                  <a:cubicBezTo>
                    <a:pt x="56" y="2611"/>
                    <a:pt x="1116" y="5147"/>
                    <a:pt x="3011" y="6820"/>
                  </a:cubicBezTo>
                  <a:cubicBezTo>
                    <a:pt x="5436" y="8966"/>
                    <a:pt x="8977" y="9719"/>
                    <a:pt x="11234" y="12088"/>
                  </a:cubicBezTo>
                  <a:cubicBezTo>
                    <a:pt x="13241" y="14207"/>
                    <a:pt x="13883" y="17524"/>
                    <a:pt x="12795" y="20228"/>
                  </a:cubicBezTo>
                  <a:cubicBezTo>
                    <a:pt x="12266" y="21566"/>
                    <a:pt x="11374" y="22737"/>
                    <a:pt x="11234" y="24158"/>
                  </a:cubicBezTo>
                  <a:cubicBezTo>
                    <a:pt x="11011" y="26026"/>
                    <a:pt x="12126" y="27699"/>
                    <a:pt x="12879" y="29371"/>
                  </a:cubicBezTo>
                  <a:cubicBezTo>
                    <a:pt x="13381" y="30570"/>
                    <a:pt x="13715" y="31880"/>
                    <a:pt x="13799" y="33162"/>
                  </a:cubicBezTo>
                  <a:cubicBezTo>
                    <a:pt x="14468" y="32716"/>
                    <a:pt x="15053" y="32186"/>
                    <a:pt x="15611" y="31657"/>
                  </a:cubicBezTo>
                  <a:cubicBezTo>
                    <a:pt x="15667" y="31071"/>
                    <a:pt x="15667" y="30486"/>
                    <a:pt x="15611" y="29929"/>
                  </a:cubicBezTo>
                  <a:cubicBezTo>
                    <a:pt x="15472" y="27894"/>
                    <a:pt x="14914" y="25831"/>
                    <a:pt x="15388" y="23852"/>
                  </a:cubicBezTo>
                  <a:cubicBezTo>
                    <a:pt x="15750" y="22179"/>
                    <a:pt x="16837" y="20730"/>
                    <a:pt x="17256" y="19057"/>
                  </a:cubicBezTo>
                  <a:cubicBezTo>
                    <a:pt x="18092" y="15740"/>
                    <a:pt x="16224" y="12256"/>
                    <a:pt x="13743" y="9914"/>
                  </a:cubicBezTo>
                  <a:cubicBezTo>
                    <a:pt x="11262" y="7545"/>
                    <a:pt x="8168" y="5956"/>
                    <a:pt x="5520" y="3726"/>
                  </a:cubicBezTo>
                  <a:cubicBezTo>
                    <a:pt x="4266" y="2667"/>
                    <a:pt x="3123" y="1412"/>
                    <a:pt x="2286" y="18"/>
                  </a:cubicBezTo>
                  <a:cubicBezTo>
                    <a:pt x="1963" y="7"/>
                    <a:pt x="1645" y="0"/>
                    <a:pt x="132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24"/>
            <p:cNvSpPr/>
            <p:nvPr/>
          </p:nvSpPr>
          <p:spPr>
            <a:xfrm>
              <a:off x="5503231" y="3547016"/>
              <a:ext cx="415780" cy="811516"/>
            </a:xfrm>
            <a:custGeom>
              <a:rect b="b" l="l" r="r" t="t"/>
              <a:pathLst>
                <a:path extrusionOk="0" h="32591" w="16698">
                  <a:moveTo>
                    <a:pt x="4850" y="0"/>
                  </a:moveTo>
                  <a:lnTo>
                    <a:pt x="4850" y="0"/>
                  </a:lnTo>
                  <a:cubicBezTo>
                    <a:pt x="2871" y="1701"/>
                    <a:pt x="1199" y="3847"/>
                    <a:pt x="0" y="6356"/>
                  </a:cubicBezTo>
                  <a:cubicBezTo>
                    <a:pt x="808" y="8056"/>
                    <a:pt x="2369" y="9366"/>
                    <a:pt x="2871" y="11234"/>
                  </a:cubicBezTo>
                  <a:cubicBezTo>
                    <a:pt x="3568" y="13882"/>
                    <a:pt x="1700" y="16530"/>
                    <a:pt x="1505" y="19262"/>
                  </a:cubicBezTo>
                  <a:cubicBezTo>
                    <a:pt x="1282" y="21910"/>
                    <a:pt x="2648" y="24503"/>
                    <a:pt x="4544" y="26426"/>
                  </a:cubicBezTo>
                  <a:cubicBezTo>
                    <a:pt x="6383" y="28322"/>
                    <a:pt x="8669" y="29715"/>
                    <a:pt x="10871" y="31249"/>
                  </a:cubicBezTo>
                  <a:lnTo>
                    <a:pt x="12349" y="32308"/>
                  </a:lnTo>
                  <a:lnTo>
                    <a:pt x="12405" y="32308"/>
                  </a:lnTo>
                  <a:cubicBezTo>
                    <a:pt x="13631" y="32483"/>
                    <a:pt x="14925" y="32591"/>
                    <a:pt x="16246" y="32591"/>
                  </a:cubicBezTo>
                  <a:cubicBezTo>
                    <a:pt x="16396" y="32591"/>
                    <a:pt x="16547" y="32589"/>
                    <a:pt x="16697" y="32587"/>
                  </a:cubicBezTo>
                  <a:cubicBezTo>
                    <a:pt x="16279" y="30635"/>
                    <a:pt x="15276" y="28851"/>
                    <a:pt x="13770" y="27569"/>
                  </a:cubicBezTo>
                  <a:cubicBezTo>
                    <a:pt x="11986" y="26064"/>
                    <a:pt x="9645" y="25283"/>
                    <a:pt x="8084" y="23527"/>
                  </a:cubicBezTo>
                  <a:cubicBezTo>
                    <a:pt x="6300" y="21548"/>
                    <a:pt x="5937" y="18482"/>
                    <a:pt x="7108" y="16112"/>
                  </a:cubicBezTo>
                  <a:cubicBezTo>
                    <a:pt x="7582" y="15137"/>
                    <a:pt x="8335" y="14300"/>
                    <a:pt x="8892" y="13380"/>
                  </a:cubicBezTo>
                  <a:cubicBezTo>
                    <a:pt x="9450" y="12461"/>
                    <a:pt x="9868" y="11373"/>
                    <a:pt x="9645" y="10314"/>
                  </a:cubicBezTo>
                  <a:cubicBezTo>
                    <a:pt x="9338" y="8753"/>
                    <a:pt x="7805" y="7805"/>
                    <a:pt x="6718" y="6635"/>
                  </a:cubicBezTo>
                  <a:cubicBezTo>
                    <a:pt x="5129" y="4879"/>
                    <a:pt x="4432" y="2342"/>
                    <a:pt x="48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24"/>
            <p:cNvSpPr/>
            <p:nvPr/>
          </p:nvSpPr>
          <p:spPr>
            <a:xfrm>
              <a:off x="5710051" y="3458870"/>
              <a:ext cx="417872" cy="884996"/>
            </a:xfrm>
            <a:custGeom>
              <a:rect b="b" l="l" r="r" t="t"/>
              <a:pathLst>
                <a:path extrusionOk="0" h="35542" w="16782">
                  <a:moveTo>
                    <a:pt x="2872" y="0"/>
                  </a:moveTo>
                  <a:cubicBezTo>
                    <a:pt x="2008" y="279"/>
                    <a:pt x="1144" y="669"/>
                    <a:pt x="307" y="1059"/>
                  </a:cubicBezTo>
                  <a:cubicBezTo>
                    <a:pt x="84" y="1951"/>
                    <a:pt x="1" y="2871"/>
                    <a:pt x="57" y="3791"/>
                  </a:cubicBezTo>
                  <a:cubicBezTo>
                    <a:pt x="196" y="6188"/>
                    <a:pt x="1339" y="8558"/>
                    <a:pt x="3207" y="10147"/>
                  </a:cubicBezTo>
                  <a:cubicBezTo>
                    <a:pt x="4377" y="11150"/>
                    <a:pt x="5910" y="11987"/>
                    <a:pt x="6440" y="13436"/>
                  </a:cubicBezTo>
                  <a:cubicBezTo>
                    <a:pt x="7053" y="15192"/>
                    <a:pt x="6022" y="17004"/>
                    <a:pt x="5018" y="18537"/>
                  </a:cubicBezTo>
                  <a:cubicBezTo>
                    <a:pt x="3987" y="20042"/>
                    <a:pt x="2844" y="21771"/>
                    <a:pt x="3234" y="23555"/>
                  </a:cubicBezTo>
                  <a:cubicBezTo>
                    <a:pt x="3513" y="24865"/>
                    <a:pt x="4545" y="25868"/>
                    <a:pt x="5715" y="26565"/>
                  </a:cubicBezTo>
                  <a:cubicBezTo>
                    <a:pt x="6858" y="27262"/>
                    <a:pt x="8113" y="27736"/>
                    <a:pt x="9255" y="28461"/>
                  </a:cubicBezTo>
                  <a:cubicBezTo>
                    <a:pt x="11653" y="29994"/>
                    <a:pt x="13158" y="32698"/>
                    <a:pt x="13437" y="35541"/>
                  </a:cubicBezTo>
                  <a:cubicBezTo>
                    <a:pt x="13966" y="35374"/>
                    <a:pt x="14552" y="35235"/>
                    <a:pt x="15193" y="35012"/>
                  </a:cubicBezTo>
                  <a:cubicBezTo>
                    <a:pt x="16057" y="33227"/>
                    <a:pt x="16782" y="31276"/>
                    <a:pt x="16169" y="29436"/>
                  </a:cubicBezTo>
                  <a:cubicBezTo>
                    <a:pt x="15277" y="26816"/>
                    <a:pt x="12043" y="25395"/>
                    <a:pt x="11709" y="22691"/>
                  </a:cubicBezTo>
                  <a:cubicBezTo>
                    <a:pt x="11346" y="20042"/>
                    <a:pt x="13994" y="17840"/>
                    <a:pt x="14022" y="15192"/>
                  </a:cubicBezTo>
                  <a:cubicBezTo>
                    <a:pt x="14022" y="13548"/>
                    <a:pt x="13019" y="12014"/>
                    <a:pt x="11792" y="10927"/>
                  </a:cubicBezTo>
                  <a:cubicBezTo>
                    <a:pt x="10593" y="9812"/>
                    <a:pt x="9088" y="9032"/>
                    <a:pt x="7806" y="8000"/>
                  </a:cubicBezTo>
                  <a:cubicBezTo>
                    <a:pt x="5297" y="6021"/>
                    <a:pt x="3569" y="3094"/>
                    <a:pt x="287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24"/>
            <p:cNvSpPr/>
            <p:nvPr/>
          </p:nvSpPr>
          <p:spPr>
            <a:xfrm>
              <a:off x="6151503" y="3576174"/>
              <a:ext cx="211028" cy="358859"/>
            </a:xfrm>
            <a:custGeom>
              <a:rect b="b" l="l" r="r" t="t"/>
              <a:pathLst>
                <a:path extrusionOk="0" fill="none" h="14412" w="8475">
                  <a:moveTo>
                    <a:pt x="1" y="0"/>
                  </a:moveTo>
                  <a:cubicBezTo>
                    <a:pt x="2621" y="1338"/>
                    <a:pt x="4795" y="3429"/>
                    <a:pt x="6273" y="5993"/>
                  </a:cubicBezTo>
                  <a:cubicBezTo>
                    <a:pt x="7722" y="8530"/>
                    <a:pt x="8475" y="11485"/>
                    <a:pt x="8307" y="14412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24"/>
            <p:cNvSpPr/>
            <p:nvPr/>
          </p:nvSpPr>
          <p:spPr>
            <a:xfrm>
              <a:off x="6343084" y="3993324"/>
              <a:ext cx="9039" cy="34711"/>
            </a:xfrm>
            <a:custGeom>
              <a:rect b="b" l="l" r="r" t="t"/>
              <a:pathLst>
                <a:path extrusionOk="0" fill="none" h="1394" w="363">
                  <a:moveTo>
                    <a:pt x="363" y="0"/>
                  </a:moveTo>
                  <a:cubicBezTo>
                    <a:pt x="251" y="446"/>
                    <a:pt x="140" y="920"/>
                    <a:pt x="0" y="1394"/>
                  </a:cubicBezTo>
                </a:path>
              </a:pathLst>
            </a:custGeom>
            <a:noFill/>
            <a:ln cap="rnd" cmpd="sng" w="9525">
              <a:solidFill>
                <a:srgbClr val="2A3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24"/>
            <p:cNvSpPr/>
            <p:nvPr/>
          </p:nvSpPr>
          <p:spPr>
            <a:xfrm>
              <a:off x="5814880" y="4246656"/>
              <a:ext cx="324148" cy="56946"/>
            </a:xfrm>
            <a:custGeom>
              <a:rect b="b" l="l" r="r" t="t"/>
              <a:pathLst>
                <a:path extrusionOk="0" fill="none" h="2287" w="13018">
                  <a:moveTo>
                    <a:pt x="0" y="558"/>
                  </a:moveTo>
                  <a:cubicBezTo>
                    <a:pt x="1979" y="1701"/>
                    <a:pt x="4293" y="2286"/>
                    <a:pt x="6579" y="2203"/>
                  </a:cubicBezTo>
                  <a:cubicBezTo>
                    <a:pt x="8892" y="2091"/>
                    <a:pt x="11150" y="1311"/>
                    <a:pt x="13018" y="1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24"/>
            <p:cNvSpPr/>
            <p:nvPr/>
          </p:nvSpPr>
          <p:spPr>
            <a:xfrm>
              <a:off x="5528206" y="3612428"/>
              <a:ext cx="241580" cy="447578"/>
            </a:xfrm>
            <a:custGeom>
              <a:rect b="b" l="l" r="r" t="t"/>
              <a:pathLst>
                <a:path extrusionOk="0" h="17975" w="9702">
                  <a:moveTo>
                    <a:pt x="5933" y="1"/>
                  </a:moveTo>
                  <a:cubicBezTo>
                    <a:pt x="5111" y="1"/>
                    <a:pt x="4323" y="438"/>
                    <a:pt x="3680" y="1081"/>
                  </a:cubicBezTo>
                  <a:cubicBezTo>
                    <a:pt x="1924" y="2865"/>
                    <a:pt x="837" y="5569"/>
                    <a:pt x="335" y="8022"/>
                  </a:cubicBezTo>
                  <a:cubicBezTo>
                    <a:pt x="140" y="8914"/>
                    <a:pt x="1" y="9834"/>
                    <a:pt x="1" y="10726"/>
                  </a:cubicBezTo>
                  <a:cubicBezTo>
                    <a:pt x="1" y="12537"/>
                    <a:pt x="335" y="14322"/>
                    <a:pt x="1032" y="15994"/>
                  </a:cubicBezTo>
                  <a:cubicBezTo>
                    <a:pt x="1394" y="16886"/>
                    <a:pt x="2063" y="17917"/>
                    <a:pt x="3039" y="17973"/>
                  </a:cubicBezTo>
                  <a:cubicBezTo>
                    <a:pt x="3058" y="17974"/>
                    <a:pt x="3076" y="17974"/>
                    <a:pt x="3094" y="17974"/>
                  </a:cubicBezTo>
                  <a:cubicBezTo>
                    <a:pt x="3878" y="17974"/>
                    <a:pt x="4529" y="17402"/>
                    <a:pt x="5074" y="16830"/>
                  </a:cubicBezTo>
                  <a:cubicBezTo>
                    <a:pt x="8140" y="13485"/>
                    <a:pt x="9701" y="8774"/>
                    <a:pt x="9283" y="4286"/>
                  </a:cubicBezTo>
                  <a:cubicBezTo>
                    <a:pt x="9144" y="2893"/>
                    <a:pt x="8475" y="1137"/>
                    <a:pt x="7220" y="384"/>
                  </a:cubicBezTo>
                  <a:cubicBezTo>
                    <a:pt x="6792" y="118"/>
                    <a:pt x="6358" y="1"/>
                    <a:pt x="5933" y="1"/>
                  </a:cubicBezTo>
                  <a:close/>
                </a:path>
              </a:pathLst>
            </a:custGeom>
            <a:solidFill>
              <a:srgbClr val="FBF7E4">
                <a:alpha val="2274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24"/>
            <p:cNvSpPr/>
            <p:nvPr/>
          </p:nvSpPr>
          <p:spPr>
            <a:xfrm>
              <a:off x="8054012" y="3540716"/>
              <a:ext cx="543517" cy="622052"/>
            </a:xfrm>
            <a:custGeom>
              <a:rect b="b" l="l" r="r" t="t"/>
              <a:pathLst>
                <a:path extrusionOk="0" h="24982" w="21828">
                  <a:moveTo>
                    <a:pt x="14192" y="1"/>
                  </a:moveTo>
                  <a:cubicBezTo>
                    <a:pt x="13342" y="1"/>
                    <a:pt x="12453" y="294"/>
                    <a:pt x="11681" y="671"/>
                  </a:cubicBezTo>
                  <a:cubicBezTo>
                    <a:pt x="10426" y="1257"/>
                    <a:pt x="9228" y="2149"/>
                    <a:pt x="7834" y="2316"/>
                  </a:cubicBezTo>
                  <a:cubicBezTo>
                    <a:pt x="6775" y="2455"/>
                    <a:pt x="5576" y="2205"/>
                    <a:pt x="4628" y="2734"/>
                  </a:cubicBezTo>
                  <a:cubicBezTo>
                    <a:pt x="3736" y="3264"/>
                    <a:pt x="3318" y="4323"/>
                    <a:pt x="3290" y="5382"/>
                  </a:cubicBezTo>
                  <a:cubicBezTo>
                    <a:pt x="3234" y="6414"/>
                    <a:pt x="3569" y="7445"/>
                    <a:pt x="3764" y="8449"/>
                  </a:cubicBezTo>
                  <a:cubicBezTo>
                    <a:pt x="3959" y="9508"/>
                    <a:pt x="4071" y="10567"/>
                    <a:pt x="3708" y="11515"/>
                  </a:cubicBezTo>
                  <a:cubicBezTo>
                    <a:pt x="3095" y="12992"/>
                    <a:pt x="1422" y="13829"/>
                    <a:pt x="781" y="15250"/>
                  </a:cubicBezTo>
                  <a:cubicBezTo>
                    <a:pt x="1" y="16923"/>
                    <a:pt x="781" y="18902"/>
                    <a:pt x="1813" y="20435"/>
                  </a:cubicBezTo>
                  <a:cubicBezTo>
                    <a:pt x="2510" y="21411"/>
                    <a:pt x="3290" y="22275"/>
                    <a:pt x="3931" y="23334"/>
                  </a:cubicBezTo>
                  <a:cubicBezTo>
                    <a:pt x="4433" y="24059"/>
                    <a:pt x="4712" y="24756"/>
                    <a:pt x="5660" y="24895"/>
                  </a:cubicBezTo>
                  <a:cubicBezTo>
                    <a:pt x="6055" y="24955"/>
                    <a:pt x="6469" y="24982"/>
                    <a:pt x="6894" y="24982"/>
                  </a:cubicBezTo>
                  <a:cubicBezTo>
                    <a:pt x="8651" y="24982"/>
                    <a:pt x="10594" y="24519"/>
                    <a:pt x="12210" y="24003"/>
                  </a:cubicBezTo>
                  <a:cubicBezTo>
                    <a:pt x="13047" y="23752"/>
                    <a:pt x="13883" y="23390"/>
                    <a:pt x="14580" y="22832"/>
                  </a:cubicBezTo>
                  <a:cubicBezTo>
                    <a:pt x="15277" y="22275"/>
                    <a:pt x="15778" y="21522"/>
                    <a:pt x="15918" y="20658"/>
                  </a:cubicBezTo>
                  <a:cubicBezTo>
                    <a:pt x="16057" y="19682"/>
                    <a:pt x="15639" y="18595"/>
                    <a:pt x="16001" y="17648"/>
                  </a:cubicBezTo>
                  <a:cubicBezTo>
                    <a:pt x="16419" y="16505"/>
                    <a:pt x="17674" y="15975"/>
                    <a:pt x="18817" y="15557"/>
                  </a:cubicBezTo>
                  <a:cubicBezTo>
                    <a:pt x="19960" y="15139"/>
                    <a:pt x="21214" y="14553"/>
                    <a:pt x="21548" y="13355"/>
                  </a:cubicBezTo>
                  <a:cubicBezTo>
                    <a:pt x="21827" y="12295"/>
                    <a:pt x="21158" y="11208"/>
                    <a:pt x="20378" y="10428"/>
                  </a:cubicBezTo>
                  <a:cubicBezTo>
                    <a:pt x="19625" y="9675"/>
                    <a:pt x="18677" y="9006"/>
                    <a:pt x="18120" y="8058"/>
                  </a:cubicBezTo>
                  <a:cubicBezTo>
                    <a:pt x="17423" y="6860"/>
                    <a:pt x="17451" y="5382"/>
                    <a:pt x="17367" y="4017"/>
                  </a:cubicBezTo>
                  <a:cubicBezTo>
                    <a:pt x="17256" y="2623"/>
                    <a:pt x="16865" y="1117"/>
                    <a:pt x="15695" y="393"/>
                  </a:cubicBezTo>
                  <a:cubicBezTo>
                    <a:pt x="15234" y="114"/>
                    <a:pt x="14721" y="1"/>
                    <a:pt x="141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24"/>
            <p:cNvSpPr/>
            <p:nvPr/>
          </p:nvSpPr>
          <p:spPr>
            <a:xfrm>
              <a:off x="8124828" y="3715340"/>
              <a:ext cx="260827" cy="577082"/>
            </a:xfrm>
            <a:custGeom>
              <a:rect b="b" l="l" r="r" t="t"/>
              <a:pathLst>
                <a:path extrusionOk="0" h="23176" w="10475">
                  <a:moveTo>
                    <a:pt x="10021" y="1"/>
                  </a:moveTo>
                  <a:cubicBezTo>
                    <a:pt x="9873" y="1"/>
                    <a:pt x="9703" y="99"/>
                    <a:pt x="9561" y="321"/>
                  </a:cubicBezTo>
                  <a:cubicBezTo>
                    <a:pt x="5742" y="6955"/>
                    <a:pt x="2481" y="14258"/>
                    <a:pt x="84" y="21757"/>
                  </a:cubicBezTo>
                  <a:cubicBezTo>
                    <a:pt x="0" y="21952"/>
                    <a:pt x="56" y="22175"/>
                    <a:pt x="112" y="22314"/>
                  </a:cubicBezTo>
                  <a:cubicBezTo>
                    <a:pt x="465" y="22911"/>
                    <a:pt x="942" y="23175"/>
                    <a:pt x="1500" y="23175"/>
                  </a:cubicBezTo>
                  <a:cubicBezTo>
                    <a:pt x="1645" y="23175"/>
                    <a:pt x="1796" y="23157"/>
                    <a:pt x="1951" y="23123"/>
                  </a:cubicBezTo>
                  <a:cubicBezTo>
                    <a:pt x="2147" y="23067"/>
                    <a:pt x="2314" y="22900"/>
                    <a:pt x="2397" y="22649"/>
                  </a:cubicBezTo>
                  <a:cubicBezTo>
                    <a:pt x="5046" y="15373"/>
                    <a:pt x="7694" y="8070"/>
                    <a:pt x="10314" y="767"/>
                  </a:cubicBezTo>
                  <a:cubicBezTo>
                    <a:pt x="10474" y="304"/>
                    <a:pt x="10282" y="1"/>
                    <a:pt x="100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24"/>
            <p:cNvSpPr/>
            <p:nvPr/>
          </p:nvSpPr>
          <p:spPr>
            <a:xfrm>
              <a:off x="8242879" y="3762675"/>
              <a:ext cx="64516" cy="142104"/>
            </a:xfrm>
            <a:custGeom>
              <a:rect b="b" l="l" r="r" t="t"/>
              <a:pathLst>
                <a:path extrusionOk="0" h="5707" w="2591">
                  <a:moveTo>
                    <a:pt x="550" y="0"/>
                  </a:moveTo>
                  <a:cubicBezTo>
                    <a:pt x="265" y="0"/>
                    <a:pt x="0" y="218"/>
                    <a:pt x="54" y="538"/>
                  </a:cubicBezTo>
                  <a:cubicBezTo>
                    <a:pt x="221" y="2211"/>
                    <a:pt x="639" y="3855"/>
                    <a:pt x="1252" y="5388"/>
                  </a:cubicBezTo>
                  <a:cubicBezTo>
                    <a:pt x="1345" y="5601"/>
                    <a:pt x="1540" y="5706"/>
                    <a:pt x="1733" y="5706"/>
                  </a:cubicBezTo>
                  <a:cubicBezTo>
                    <a:pt x="1945" y="5706"/>
                    <a:pt x="2155" y="5580"/>
                    <a:pt x="2228" y="5333"/>
                  </a:cubicBezTo>
                  <a:lnTo>
                    <a:pt x="2562" y="4134"/>
                  </a:lnTo>
                  <a:cubicBezTo>
                    <a:pt x="2590" y="4106"/>
                    <a:pt x="2590" y="3995"/>
                    <a:pt x="2562" y="3939"/>
                  </a:cubicBezTo>
                  <a:cubicBezTo>
                    <a:pt x="2284" y="2601"/>
                    <a:pt x="1726" y="1347"/>
                    <a:pt x="1001" y="232"/>
                  </a:cubicBezTo>
                  <a:cubicBezTo>
                    <a:pt x="880" y="70"/>
                    <a:pt x="712" y="0"/>
                    <a:pt x="5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24"/>
            <p:cNvSpPr/>
            <p:nvPr/>
          </p:nvSpPr>
          <p:spPr>
            <a:xfrm>
              <a:off x="8305975" y="3829631"/>
              <a:ext cx="115685" cy="107493"/>
            </a:xfrm>
            <a:custGeom>
              <a:rect b="b" l="l" r="r" t="t"/>
              <a:pathLst>
                <a:path extrusionOk="0" h="4317" w="4646">
                  <a:moveTo>
                    <a:pt x="4096" y="1"/>
                  </a:moveTo>
                  <a:cubicBezTo>
                    <a:pt x="4052" y="1"/>
                    <a:pt x="4006" y="8"/>
                    <a:pt x="3959" y="23"/>
                  </a:cubicBezTo>
                  <a:lnTo>
                    <a:pt x="920" y="1166"/>
                  </a:lnTo>
                  <a:lnTo>
                    <a:pt x="1" y="4316"/>
                  </a:lnTo>
                  <a:cubicBezTo>
                    <a:pt x="1450" y="3090"/>
                    <a:pt x="2872" y="1863"/>
                    <a:pt x="4349" y="692"/>
                  </a:cubicBezTo>
                  <a:cubicBezTo>
                    <a:pt x="4646" y="445"/>
                    <a:pt x="4438" y="1"/>
                    <a:pt x="409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24"/>
            <p:cNvSpPr/>
            <p:nvPr/>
          </p:nvSpPr>
          <p:spPr>
            <a:xfrm>
              <a:off x="8171964" y="3923230"/>
              <a:ext cx="70193" cy="109112"/>
            </a:xfrm>
            <a:custGeom>
              <a:rect b="b" l="l" r="r" t="t"/>
              <a:pathLst>
                <a:path extrusionOk="0" h="4382" w="2819">
                  <a:moveTo>
                    <a:pt x="307" y="1"/>
                  </a:moveTo>
                  <a:cubicBezTo>
                    <a:pt x="146" y="1"/>
                    <a:pt x="0" y="184"/>
                    <a:pt x="86" y="334"/>
                  </a:cubicBezTo>
                  <a:lnTo>
                    <a:pt x="1926" y="4237"/>
                  </a:lnTo>
                  <a:cubicBezTo>
                    <a:pt x="1964" y="4337"/>
                    <a:pt x="2047" y="4381"/>
                    <a:pt x="2132" y="4381"/>
                  </a:cubicBezTo>
                  <a:cubicBezTo>
                    <a:pt x="2235" y="4381"/>
                    <a:pt x="2341" y="4316"/>
                    <a:pt x="2372" y="4209"/>
                  </a:cubicBezTo>
                  <a:lnTo>
                    <a:pt x="2790" y="2732"/>
                  </a:lnTo>
                  <a:cubicBezTo>
                    <a:pt x="2818" y="2676"/>
                    <a:pt x="2790" y="2564"/>
                    <a:pt x="2762" y="2536"/>
                  </a:cubicBezTo>
                  <a:cubicBezTo>
                    <a:pt x="2093" y="1617"/>
                    <a:pt x="1341" y="780"/>
                    <a:pt x="449" y="55"/>
                  </a:cubicBezTo>
                  <a:cubicBezTo>
                    <a:pt x="404" y="17"/>
                    <a:pt x="354" y="1"/>
                    <a:pt x="30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24"/>
            <p:cNvSpPr/>
            <p:nvPr/>
          </p:nvSpPr>
          <p:spPr>
            <a:xfrm>
              <a:off x="8237102" y="3973030"/>
              <a:ext cx="132393" cy="87573"/>
            </a:xfrm>
            <a:custGeom>
              <a:rect b="b" l="l" r="r" t="t"/>
              <a:pathLst>
                <a:path extrusionOk="0" h="3517" w="5317">
                  <a:moveTo>
                    <a:pt x="4918" y="1"/>
                  </a:moveTo>
                  <a:cubicBezTo>
                    <a:pt x="4899" y="1"/>
                    <a:pt x="4878" y="3"/>
                    <a:pt x="4857" y="7"/>
                  </a:cubicBezTo>
                  <a:cubicBezTo>
                    <a:pt x="3686" y="369"/>
                    <a:pt x="2516" y="732"/>
                    <a:pt x="1373" y="1094"/>
                  </a:cubicBezTo>
                  <a:cubicBezTo>
                    <a:pt x="1261" y="1122"/>
                    <a:pt x="1233" y="1205"/>
                    <a:pt x="1178" y="1233"/>
                  </a:cubicBezTo>
                  <a:lnTo>
                    <a:pt x="118" y="3073"/>
                  </a:lnTo>
                  <a:cubicBezTo>
                    <a:pt x="1" y="3285"/>
                    <a:pt x="141" y="3516"/>
                    <a:pt x="339" y="3516"/>
                  </a:cubicBezTo>
                  <a:cubicBezTo>
                    <a:pt x="375" y="3516"/>
                    <a:pt x="414" y="3509"/>
                    <a:pt x="453" y="3491"/>
                  </a:cubicBezTo>
                  <a:cubicBezTo>
                    <a:pt x="2153" y="2794"/>
                    <a:pt x="3770" y="1763"/>
                    <a:pt x="5136" y="509"/>
                  </a:cubicBezTo>
                  <a:cubicBezTo>
                    <a:pt x="5316" y="302"/>
                    <a:pt x="5163" y="1"/>
                    <a:pt x="49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24"/>
            <p:cNvSpPr/>
            <p:nvPr/>
          </p:nvSpPr>
          <p:spPr>
            <a:xfrm>
              <a:off x="8054710" y="3540019"/>
              <a:ext cx="543517" cy="593516"/>
            </a:xfrm>
            <a:custGeom>
              <a:rect b="b" l="l" r="r" t="t"/>
              <a:pathLst>
                <a:path extrusionOk="0" h="23836" w="21828">
                  <a:moveTo>
                    <a:pt x="14191" y="1"/>
                  </a:moveTo>
                  <a:cubicBezTo>
                    <a:pt x="13342" y="1"/>
                    <a:pt x="12453" y="294"/>
                    <a:pt x="11680" y="672"/>
                  </a:cubicBezTo>
                  <a:cubicBezTo>
                    <a:pt x="10426" y="1313"/>
                    <a:pt x="9255" y="2149"/>
                    <a:pt x="7862" y="2316"/>
                  </a:cubicBezTo>
                  <a:cubicBezTo>
                    <a:pt x="6774" y="2456"/>
                    <a:pt x="5576" y="2205"/>
                    <a:pt x="4628" y="2734"/>
                  </a:cubicBezTo>
                  <a:cubicBezTo>
                    <a:pt x="3736" y="3208"/>
                    <a:pt x="3318" y="4323"/>
                    <a:pt x="3290" y="5383"/>
                  </a:cubicBezTo>
                  <a:cubicBezTo>
                    <a:pt x="3234" y="6414"/>
                    <a:pt x="3569" y="7445"/>
                    <a:pt x="3764" y="8449"/>
                  </a:cubicBezTo>
                  <a:cubicBezTo>
                    <a:pt x="3987" y="9452"/>
                    <a:pt x="4071" y="10539"/>
                    <a:pt x="3708" y="11515"/>
                  </a:cubicBezTo>
                  <a:cubicBezTo>
                    <a:pt x="3095" y="12965"/>
                    <a:pt x="1422" y="13801"/>
                    <a:pt x="781" y="15250"/>
                  </a:cubicBezTo>
                  <a:cubicBezTo>
                    <a:pt x="1" y="16923"/>
                    <a:pt x="725" y="18902"/>
                    <a:pt x="1813" y="20435"/>
                  </a:cubicBezTo>
                  <a:cubicBezTo>
                    <a:pt x="1924" y="20602"/>
                    <a:pt x="2064" y="20770"/>
                    <a:pt x="2203" y="20965"/>
                  </a:cubicBezTo>
                  <a:cubicBezTo>
                    <a:pt x="1645" y="18623"/>
                    <a:pt x="2091" y="16031"/>
                    <a:pt x="3513" y="14135"/>
                  </a:cubicBezTo>
                  <a:cubicBezTo>
                    <a:pt x="4182" y="13243"/>
                    <a:pt x="5018" y="12463"/>
                    <a:pt x="5269" y="11376"/>
                  </a:cubicBezTo>
                  <a:cubicBezTo>
                    <a:pt x="5687" y="9564"/>
                    <a:pt x="4210" y="7585"/>
                    <a:pt x="5046" y="5912"/>
                  </a:cubicBezTo>
                  <a:cubicBezTo>
                    <a:pt x="5604" y="4825"/>
                    <a:pt x="6914" y="4407"/>
                    <a:pt x="8085" y="4100"/>
                  </a:cubicBezTo>
                  <a:cubicBezTo>
                    <a:pt x="9701" y="3682"/>
                    <a:pt x="11290" y="3264"/>
                    <a:pt x="12879" y="2846"/>
                  </a:cubicBezTo>
                  <a:cubicBezTo>
                    <a:pt x="13207" y="2742"/>
                    <a:pt x="13559" y="2653"/>
                    <a:pt x="13896" y="2653"/>
                  </a:cubicBezTo>
                  <a:cubicBezTo>
                    <a:pt x="14190" y="2653"/>
                    <a:pt x="14472" y="2720"/>
                    <a:pt x="14719" y="2902"/>
                  </a:cubicBezTo>
                  <a:cubicBezTo>
                    <a:pt x="15165" y="3264"/>
                    <a:pt x="15276" y="3905"/>
                    <a:pt x="15193" y="4463"/>
                  </a:cubicBezTo>
                  <a:cubicBezTo>
                    <a:pt x="15137" y="5020"/>
                    <a:pt x="14942" y="5578"/>
                    <a:pt x="14942" y="6191"/>
                  </a:cubicBezTo>
                  <a:cubicBezTo>
                    <a:pt x="14998" y="7194"/>
                    <a:pt x="15722" y="8059"/>
                    <a:pt x="16531" y="8728"/>
                  </a:cubicBezTo>
                  <a:cubicBezTo>
                    <a:pt x="17311" y="9397"/>
                    <a:pt x="18203" y="9954"/>
                    <a:pt x="18817" y="10735"/>
                  </a:cubicBezTo>
                  <a:cubicBezTo>
                    <a:pt x="19458" y="11571"/>
                    <a:pt x="19653" y="12797"/>
                    <a:pt x="19040" y="13606"/>
                  </a:cubicBezTo>
                  <a:cubicBezTo>
                    <a:pt x="18398" y="14414"/>
                    <a:pt x="17172" y="14442"/>
                    <a:pt x="16391" y="15111"/>
                  </a:cubicBezTo>
                  <a:cubicBezTo>
                    <a:pt x="15304" y="16003"/>
                    <a:pt x="15416" y="17676"/>
                    <a:pt x="15193" y="19097"/>
                  </a:cubicBezTo>
                  <a:cubicBezTo>
                    <a:pt x="14942" y="20909"/>
                    <a:pt x="14022" y="22637"/>
                    <a:pt x="12656" y="23836"/>
                  </a:cubicBezTo>
                  <a:cubicBezTo>
                    <a:pt x="13353" y="23613"/>
                    <a:pt x="14022" y="23278"/>
                    <a:pt x="14580" y="22832"/>
                  </a:cubicBezTo>
                  <a:cubicBezTo>
                    <a:pt x="15276" y="22275"/>
                    <a:pt x="15834" y="21522"/>
                    <a:pt x="15918" y="20630"/>
                  </a:cubicBezTo>
                  <a:cubicBezTo>
                    <a:pt x="16057" y="19627"/>
                    <a:pt x="15667" y="18595"/>
                    <a:pt x="16001" y="17648"/>
                  </a:cubicBezTo>
                  <a:cubicBezTo>
                    <a:pt x="16419" y="16505"/>
                    <a:pt x="17674" y="15975"/>
                    <a:pt x="18817" y="15557"/>
                  </a:cubicBezTo>
                  <a:cubicBezTo>
                    <a:pt x="19959" y="15139"/>
                    <a:pt x="21242" y="14553"/>
                    <a:pt x="21548" y="13355"/>
                  </a:cubicBezTo>
                  <a:cubicBezTo>
                    <a:pt x="21827" y="12323"/>
                    <a:pt x="21158" y="11236"/>
                    <a:pt x="20405" y="10428"/>
                  </a:cubicBezTo>
                  <a:cubicBezTo>
                    <a:pt x="19625" y="9675"/>
                    <a:pt x="18677" y="9006"/>
                    <a:pt x="18120" y="8059"/>
                  </a:cubicBezTo>
                  <a:cubicBezTo>
                    <a:pt x="17423" y="6888"/>
                    <a:pt x="17479" y="5410"/>
                    <a:pt x="17367" y="4017"/>
                  </a:cubicBezTo>
                  <a:cubicBezTo>
                    <a:pt x="17256" y="2651"/>
                    <a:pt x="16865" y="1118"/>
                    <a:pt x="15695" y="393"/>
                  </a:cubicBezTo>
                  <a:cubicBezTo>
                    <a:pt x="15234" y="115"/>
                    <a:pt x="14721" y="1"/>
                    <a:pt x="14191" y="1"/>
                  </a:cubicBezTo>
                  <a:close/>
                </a:path>
              </a:pathLst>
            </a:custGeom>
            <a:solidFill>
              <a:srgbClr val="FBF7E4">
                <a:alpha val="2274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24"/>
            <p:cNvSpPr/>
            <p:nvPr/>
          </p:nvSpPr>
          <p:spPr>
            <a:xfrm>
              <a:off x="8258093" y="3980127"/>
              <a:ext cx="152712" cy="155500"/>
            </a:xfrm>
            <a:custGeom>
              <a:rect b="b" l="l" r="r" t="t"/>
              <a:pathLst>
                <a:path extrusionOk="0" fill="none" h="6245" w="6133">
                  <a:moveTo>
                    <a:pt x="0" y="6245"/>
                  </a:moveTo>
                  <a:cubicBezTo>
                    <a:pt x="864" y="6022"/>
                    <a:pt x="1784" y="5799"/>
                    <a:pt x="2565" y="5408"/>
                  </a:cubicBezTo>
                  <a:cubicBezTo>
                    <a:pt x="3401" y="5018"/>
                    <a:pt x="4182" y="4488"/>
                    <a:pt x="4739" y="3764"/>
                  </a:cubicBezTo>
                  <a:cubicBezTo>
                    <a:pt x="5575" y="2732"/>
                    <a:pt x="5854" y="1339"/>
                    <a:pt x="6133" y="1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24"/>
            <p:cNvSpPr/>
            <p:nvPr/>
          </p:nvSpPr>
          <p:spPr>
            <a:xfrm>
              <a:off x="8417727" y="3904480"/>
              <a:ext cx="25024" cy="49999"/>
            </a:xfrm>
            <a:custGeom>
              <a:rect b="b" l="l" r="r" t="t"/>
              <a:pathLst>
                <a:path extrusionOk="0" fill="none" h="2008" w="1005">
                  <a:moveTo>
                    <a:pt x="56" y="2007"/>
                  </a:moveTo>
                  <a:cubicBezTo>
                    <a:pt x="1" y="1227"/>
                    <a:pt x="391" y="418"/>
                    <a:pt x="1004" y="0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24"/>
            <p:cNvSpPr/>
            <p:nvPr/>
          </p:nvSpPr>
          <p:spPr>
            <a:xfrm>
              <a:off x="8252540" y="3636556"/>
              <a:ext cx="111079" cy="33341"/>
            </a:xfrm>
            <a:custGeom>
              <a:rect b="b" l="l" r="r" t="t"/>
              <a:pathLst>
                <a:path extrusionOk="0" fill="none" h="1339" w="4461">
                  <a:moveTo>
                    <a:pt x="0" y="1338"/>
                  </a:moveTo>
                  <a:cubicBezTo>
                    <a:pt x="1255" y="391"/>
                    <a:pt x="2927" y="0"/>
                    <a:pt x="4460" y="251"/>
                  </a:cubicBez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24"/>
            <p:cNvSpPr/>
            <p:nvPr/>
          </p:nvSpPr>
          <p:spPr>
            <a:xfrm>
              <a:off x="8389266" y="3642806"/>
              <a:ext cx="14591" cy="29158"/>
            </a:xfrm>
            <a:custGeom>
              <a:rect b="b" l="l" r="r" t="t"/>
              <a:pathLst>
                <a:path extrusionOk="0" fill="none" h="1171" w="586">
                  <a:moveTo>
                    <a:pt x="1" y="56"/>
                  </a:moveTo>
                  <a:cubicBezTo>
                    <a:pt x="168" y="0"/>
                    <a:pt x="335" y="56"/>
                    <a:pt x="447" y="195"/>
                  </a:cubicBezTo>
                  <a:cubicBezTo>
                    <a:pt x="530" y="335"/>
                    <a:pt x="586" y="530"/>
                    <a:pt x="586" y="697"/>
                  </a:cubicBezTo>
                  <a:cubicBezTo>
                    <a:pt x="586" y="864"/>
                    <a:pt x="502" y="1032"/>
                    <a:pt x="475" y="1171"/>
                  </a:cubicBez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24"/>
            <p:cNvSpPr/>
            <p:nvPr/>
          </p:nvSpPr>
          <p:spPr>
            <a:xfrm>
              <a:off x="8160211" y="3649704"/>
              <a:ext cx="63196" cy="161078"/>
            </a:xfrm>
            <a:custGeom>
              <a:rect b="b" l="l" r="r" t="t"/>
              <a:pathLst>
                <a:path extrusionOk="0" h="6469" w="2538">
                  <a:moveTo>
                    <a:pt x="1551" y="1"/>
                  </a:moveTo>
                  <a:cubicBezTo>
                    <a:pt x="1040" y="1"/>
                    <a:pt x="637" y="540"/>
                    <a:pt x="419" y="894"/>
                  </a:cubicBezTo>
                  <a:cubicBezTo>
                    <a:pt x="140" y="1396"/>
                    <a:pt x="29" y="1953"/>
                    <a:pt x="29" y="2483"/>
                  </a:cubicBezTo>
                  <a:cubicBezTo>
                    <a:pt x="1" y="3793"/>
                    <a:pt x="419" y="5131"/>
                    <a:pt x="1199" y="6162"/>
                  </a:cubicBezTo>
                  <a:cubicBezTo>
                    <a:pt x="1283" y="6274"/>
                    <a:pt x="1395" y="6357"/>
                    <a:pt x="1534" y="6441"/>
                  </a:cubicBezTo>
                  <a:cubicBezTo>
                    <a:pt x="1578" y="6460"/>
                    <a:pt x="1626" y="6469"/>
                    <a:pt x="1676" y="6469"/>
                  </a:cubicBezTo>
                  <a:cubicBezTo>
                    <a:pt x="1848" y="6469"/>
                    <a:pt x="2039" y="6363"/>
                    <a:pt x="2147" y="6190"/>
                  </a:cubicBezTo>
                  <a:cubicBezTo>
                    <a:pt x="2287" y="6023"/>
                    <a:pt x="2314" y="5772"/>
                    <a:pt x="2370" y="5549"/>
                  </a:cubicBezTo>
                  <a:cubicBezTo>
                    <a:pt x="2537" y="4518"/>
                    <a:pt x="2537" y="3514"/>
                    <a:pt x="2454" y="2483"/>
                  </a:cubicBezTo>
                  <a:cubicBezTo>
                    <a:pt x="2398" y="1842"/>
                    <a:pt x="2398" y="141"/>
                    <a:pt x="1590" y="2"/>
                  </a:cubicBezTo>
                  <a:cubicBezTo>
                    <a:pt x="1577" y="1"/>
                    <a:pt x="1564" y="1"/>
                    <a:pt x="1551" y="1"/>
                  </a:cubicBezTo>
                  <a:close/>
                </a:path>
              </a:pathLst>
            </a:custGeom>
            <a:solidFill>
              <a:srgbClr val="FBF7E4">
                <a:alpha val="2274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24"/>
            <p:cNvSpPr/>
            <p:nvPr/>
          </p:nvSpPr>
          <p:spPr>
            <a:xfrm>
              <a:off x="8504478" y="3846588"/>
              <a:ext cx="54755" cy="50298"/>
            </a:xfrm>
            <a:custGeom>
              <a:rect b="b" l="l" r="r" t="t"/>
              <a:pathLst>
                <a:path extrusionOk="0" h="2020" w="2199">
                  <a:moveTo>
                    <a:pt x="1313" y="0"/>
                  </a:moveTo>
                  <a:cubicBezTo>
                    <a:pt x="950" y="0"/>
                    <a:pt x="534" y="261"/>
                    <a:pt x="308" y="569"/>
                  </a:cubicBezTo>
                  <a:cubicBezTo>
                    <a:pt x="196" y="708"/>
                    <a:pt x="112" y="876"/>
                    <a:pt x="29" y="1043"/>
                  </a:cubicBezTo>
                  <a:cubicBezTo>
                    <a:pt x="1" y="1210"/>
                    <a:pt x="1" y="1433"/>
                    <a:pt x="57" y="1600"/>
                  </a:cubicBezTo>
                  <a:cubicBezTo>
                    <a:pt x="196" y="1879"/>
                    <a:pt x="531" y="2018"/>
                    <a:pt x="809" y="2018"/>
                  </a:cubicBezTo>
                  <a:cubicBezTo>
                    <a:pt x="825" y="2019"/>
                    <a:pt x="840" y="2019"/>
                    <a:pt x="856" y="2019"/>
                  </a:cubicBezTo>
                  <a:cubicBezTo>
                    <a:pt x="1692" y="2019"/>
                    <a:pt x="2198" y="1279"/>
                    <a:pt x="1924" y="485"/>
                  </a:cubicBezTo>
                  <a:cubicBezTo>
                    <a:pt x="1808" y="135"/>
                    <a:pt x="1574" y="0"/>
                    <a:pt x="1313" y="0"/>
                  </a:cubicBezTo>
                  <a:close/>
                </a:path>
              </a:pathLst>
            </a:custGeom>
            <a:solidFill>
              <a:srgbClr val="FBF7E4">
                <a:alpha val="2274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24"/>
            <p:cNvSpPr/>
            <p:nvPr/>
          </p:nvSpPr>
          <p:spPr>
            <a:xfrm>
              <a:off x="8099828" y="3888395"/>
              <a:ext cx="61802" cy="83241"/>
            </a:xfrm>
            <a:custGeom>
              <a:rect b="b" l="l" r="r" t="t"/>
              <a:pathLst>
                <a:path extrusionOk="0" h="3343" w="2482">
                  <a:moveTo>
                    <a:pt x="1467" y="0"/>
                  </a:moveTo>
                  <a:cubicBezTo>
                    <a:pt x="1091" y="0"/>
                    <a:pt x="882" y="440"/>
                    <a:pt x="698" y="730"/>
                  </a:cubicBezTo>
                  <a:cubicBezTo>
                    <a:pt x="363" y="1287"/>
                    <a:pt x="140" y="1900"/>
                    <a:pt x="56" y="2542"/>
                  </a:cubicBezTo>
                  <a:cubicBezTo>
                    <a:pt x="1" y="2792"/>
                    <a:pt x="1" y="3071"/>
                    <a:pt x="196" y="3239"/>
                  </a:cubicBezTo>
                  <a:cubicBezTo>
                    <a:pt x="280" y="3306"/>
                    <a:pt x="375" y="3343"/>
                    <a:pt x="473" y="3343"/>
                  </a:cubicBezTo>
                  <a:cubicBezTo>
                    <a:pt x="538" y="3343"/>
                    <a:pt x="604" y="3327"/>
                    <a:pt x="670" y="3294"/>
                  </a:cubicBezTo>
                  <a:cubicBezTo>
                    <a:pt x="837" y="3266"/>
                    <a:pt x="976" y="3155"/>
                    <a:pt x="1088" y="3071"/>
                  </a:cubicBezTo>
                  <a:cubicBezTo>
                    <a:pt x="1673" y="2569"/>
                    <a:pt x="2482" y="1399"/>
                    <a:pt x="2203" y="562"/>
                  </a:cubicBezTo>
                  <a:cubicBezTo>
                    <a:pt x="2091" y="284"/>
                    <a:pt x="1813" y="33"/>
                    <a:pt x="1534" y="5"/>
                  </a:cubicBezTo>
                  <a:cubicBezTo>
                    <a:pt x="1511" y="2"/>
                    <a:pt x="1489" y="0"/>
                    <a:pt x="1467" y="0"/>
                  </a:cubicBezTo>
                  <a:close/>
                </a:path>
              </a:pathLst>
            </a:custGeom>
            <a:solidFill>
              <a:srgbClr val="FBF7E4">
                <a:alpha val="2274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24"/>
            <p:cNvSpPr/>
            <p:nvPr/>
          </p:nvSpPr>
          <p:spPr>
            <a:xfrm>
              <a:off x="5224202" y="3920217"/>
              <a:ext cx="206172" cy="163693"/>
            </a:xfrm>
            <a:custGeom>
              <a:rect b="b" l="l" r="r" t="t"/>
              <a:pathLst>
                <a:path extrusionOk="0" h="6574" w="8280">
                  <a:moveTo>
                    <a:pt x="3923" y="1"/>
                  </a:moveTo>
                  <a:cubicBezTo>
                    <a:pt x="3116" y="1"/>
                    <a:pt x="2311" y="178"/>
                    <a:pt x="1617" y="595"/>
                  </a:cubicBezTo>
                  <a:cubicBezTo>
                    <a:pt x="641" y="1180"/>
                    <a:pt x="0" y="2295"/>
                    <a:pt x="84" y="3410"/>
                  </a:cubicBezTo>
                  <a:cubicBezTo>
                    <a:pt x="167" y="4358"/>
                    <a:pt x="781" y="5194"/>
                    <a:pt x="1561" y="5752"/>
                  </a:cubicBezTo>
                  <a:cubicBezTo>
                    <a:pt x="2313" y="6299"/>
                    <a:pt x="3205" y="6574"/>
                    <a:pt x="4077" y="6574"/>
                  </a:cubicBezTo>
                  <a:cubicBezTo>
                    <a:pt x="5469" y="6574"/>
                    <a:pt x="6809" y="5874"/>
                    <a:pt x="7443" y="4469"/>
                  </a:cubicBezTo>
                  <a:cubicBezTo>
                    <a:pt x="8279" y="2657"/>
                    <a:pt x="7805" y="957"/>
                    <a:pt x="5826" y="316"/>
                  </a:cubicBezTo>
                  <a:cubicBezTo>
                    <a:pt x="5228" y="117"/>
                    <a:pt x="4575" y="1"/>
                    <a:pt x="39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24"/>
            <p:cNvSpPr/>
            <p:nvPr/>
          </p:nvSpPr>
          <p:spPr>
            <a:xfrm>
              <a:off x="5183242" y="3905850"/>
              <a:ext cx="456043" cy="492149"/>
            </a:xfrm>
            <a:custGeom>
              <a:rect b="b" l="l" r="r" t="t"/>
              <a:pathLst>
                <a:path extrusionOk="0" fill="none" h="19765" w="18315">
                  <a:moveTo>
                    <a:pt x="18315" y="1"/>
                  </a:moveTo>
                  <a:cubicBezTo>
                    <a:pt x="9645" y="3346"/>
                    <a:pt x="2677" y="10872"/>
                    <a:pt x="0" y="19764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24"/>
            <p:cNvSpPr/>
            <p:nvPr/>
          </p:nvSpPr>
          <p:spPr>
            <a:xfrm>
              <a:off x="5372033" y="3980127"/>
              <a:ext cx="106921" cy="12525"/>
            </a:xfrm>
            <a:custGeom>
              <a:rect b="b" l="l" r="r" t="t"/>
              <a:pathLst>
                <a:path extrusionOk="0" fill="none" h="503" w="4294">
                  <a:moveTo>
                    <a:pt x="4293" y="502"/>
                  </a:moveTo>
                  <a:cubicBezTo>
                    <a:pt x="2983" y="168"/>
                    <a:pt x="1366" y="1"/>
                    <a:pt x="1" y="168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24"/>
            <p:cNvSpPr/>
            <p:nvPr/>
          </p:nvSpPr>
          <p:spPr>
            <a:xfrm>
              <a:off x="5530298" y="3963469"/>
              <a:ext cx="44446" cy="242949"/>
            </a:xfrm>
            <a:custGeom>
              <a:rect b="b" l="l" r="r" t="t"/>
              <a:pathLst>
                <a:path extrusionOk="0" fill="none" h="9757" w="1785">
                  <a:moveTo>
                    <a:pt x="0" y="1"/>
                  </a:moveTo>
                  <a:cubicBezTo>
                    <a:pt x="1255" y="3067"/>
                    <a:pt x="1784" y="6468"/>
                    <a:pt x="1533" y="9757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24"/>
            <p:cNvSpPr/>
            <p:nvPr/>
          </p:nvSpPr>
          <p:spPr>
            <a:xfrm>
              <a:off x="5294993" y="4183485"/>
              <a:ext cx="104829" cy="183961"/>
            </a:xfrm>
            <a:custGeom>
              <a:rect b="b" l="l" r="r" t="t"/>
              <a:pathLst>
                <a:path extrusionOk="0" fill="none" h="7388" w="4210">
                  <a:moveTo>
                    <a:pt x="0" y="1"/>
                  </a:moveTo>
                  <a:cubicBezTo>
                    <a:pt x="2175" y="1952"/>
                    <a:pt x="3624" y="4517"/>
                    <a:pt x="4210" y="7388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24"/>
            <p:cNvSpPr/>
            <p:nvPr/>
          </p:nvSpPr>
          <p:spPr>
            <a:xfrm>
              <a:off x="5149925" y="4118247"/>
              <a:ext cx="179803" cy="44446"/>
            </a:xfrm>
            <a:custGeom>
              <a:rect b="b" l="l" r="r" t="t"/>
              <a:pathLst>
                <a:path extrusionOk="0" fill="none" h="1785" w="7221">
                  <a:moveTo>
                    <a:pt x="7220" y="419"/>
                  </a:moveTo>
                  <a:cubicBezTo>
                    <a:pt x="4711" y="1"/>
                    <a:pt x="2175" y="447"/>
                    <a:pt x="0" y="1785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24"/>
            <p:cNvSpPr/>
            <p:nvPr/>
          </p:nvSpPr>
          <p:spPr>
            <a:xfrm>
              <a:off x="5319295" y="3941955"/>
              <a:ext cx="83988" cy="82070"/>
            </a:xfrm>
            <a:custGeom>
              <a:rect b="b" l="l" r="r" t="t"/>
              <a:pathLst>
                <a:path extrusionOk="0" h="3296" w="3373">
                  <a:moveTo>
                    <a:pt x="1115" y="0"/>
                  </a:moveTo>
                  <a:lnTo>
                    <a:pt x="1115" y="0"/>
                  </a:lnTo>
                  <a:cubicBezTo>
                    <a:pt x="1254" y="363"/>
                    <a:pt x="1254" y="781"/>
                    <a:pt x="1115" y="1143"/>
                  </a:cubicBezTo>
                  <a:cubicBezTo>
                    <a:pt x="836" y="809"/>
                    <a:pt x="446" y="530"/>
                    <a:pt x="28" y="391"/>
                  </a:cubicBezTo>
                  <a:lnTo>
                    <a:pt x="28" y="391"/>
                  </a:lnTo>
                  <a:cubicBezTo>
                    <a:pt x="0" y="669"/>
                    <a:pt x="84" y="976"/>
                    <a:pt x="223" y="1199"/>
                  </a:cubicBezTo>
                  <a:cubicBezTo>
                    <a:pt x="390" y="1422"/>
                    <a:pt x="613" y="1561"/>
                    <a:pt x="920" y="1645"/>
                  </a:cubicBezTo>
                  <a:cubicBezTo>
                    <a:pt x="530" y="1784"/>
                    <a:pt x="223" y="2119"/>
                    <a:pt x="112" y="2509"/>
                  </a:cubicBezTo>
                  <a:cubicBezTo>
                    <a:pt x="240" y="2595"/>
                    <a:pt x="397" y="2635"/>
                    <a:pt x="556" y="2635"/>
                  </a:cubicBezTo>
                  <a:cubicBezTo>
                    <a:pt x="811" y="2635"/>
                    <a:pt x="1072" y="2531"/>
                    <a:pt x="1227" y="2342"/>
                  </a:cubicBezTo>
                  <a:cubicBezTo>
                    <a:pt x="1227" y="2649"/>
                    <a:pt x="1366" y="2955"/>
                    <a:pt x="1617" y="3178"/>
                  </a:cubicBezTo>
                  <a:cubicBezTo>
                    <a:pt x="1665" y="3226"/>
                    <a:pt x="1755" y="3295"/>
                    <a:pt x="1814" y="3295"/>
                  </a:cubicBezTo>
                  <a:cubicBezTo>
                    <a:pt x="1824" y="3295"/>
                    <a:pt x="1832" y="3293"/>
                    <a:pt x="1840" y="3290"/>
                  </a:cubicBezTo>
                  <a:cubicBezTo>
                    <a:pt x="1923" y="3234"/>
                    <a:pt x="1951" y="3178"/>
                    <a:pt x="1951" y="3095"/>
                  </a:cubicBezTo>
                  <a:cubicBezTo>
                    <a:pt x="2007" y="2816"/>
                    <a:pt x="1979" y="2537"/>
                    <a:pt x="1896" y="2314"/>
                  </a:cubicBezTo>
                  <a:lnTo>
                    <a:pt x="1896" y="2314"/>
                  </a:lnTo>
                  <a:cubicBezTo>
                    <a:pt x="2056" y="2358"/>
                    <a:pt x="2221" y="2380"/>
                    <a:pt x="2386" y="2380"/>
                  </a:cubicBezTo>
                  <a:cubicBezTo>
                    <a:pt x="2739" y="2380"/>
                    <a:pt x="3088" y="2281"/>
                    <a:pt x="3373" y="2091"/>
                  </a:cubicBezTo>
                  <a:lnTo>
                    <a:pt x="2119" y="1673"/>
                  </a:lnTo>
                  <a:cubicBezTo>
                    <a:pt x="2425" y="1338"/>
                    <a:pt x="2537" y="837"/>
                    <a:pt x="2481" y="391"/>
                  </a:cubicBezTo>
                  <a:lnTo>
                    <a:pt x="2481" y="391"/>
                  </a:lnTo>
                  <a:cubicBezTo>
                    <a:pt x="2230" y="502"/>
                    <a:pt x="1979" y="641"/>
                    <a:pt x="1784" y="837"/>
                  </a:cubicBezTo>
                  <a:cubicBezTo>
                    <a:pt x="1728" y="446"/>
                    <a:pt x="1477" y="112"/>
                    <a:pt x="11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24"/>
            <p:cNvSpPr/>
            <p:nvPr/>
          </p:nvSpPr>
          <p:spPr>
            <a:xfrm>
              <a:off x="5297757" y="4310176"/>
              <a:ext cx="211725" cy="167851"/>
            </a:xfrm>
            <a:custGeom>
              <a:rect b="b" l="l" r="r" t="t"/>
              <a:pathLst>
                <a:path extrusionOk="0" h="6741" w="8503">
                  <a:moveTo>
                    <a:pt x="4156" y="1"/>
                  </a:moveTo>
                  <a:cubicBezTo>
                    <a:pt x="3273" y="1"/>
                    <a:pt x="2395" y="212"/>
                    <a:pt x="1646" y="711"/>
                  </a:cubicBezTo>
                  <a:cubicBezTo>
                    <a:pt x="670" y="1352"/>
                    <a:pt x="1" y="2495"/>
                    <a:pt x="140" y="3638"/>
                  </a:cubicBezTo>
                  <a:cubicBezTo>
                    <a:pt x="252" y="4614"/>
                    <a:pt x="893" y="5450"/>
                    <a:pt x="1701" y="5979"/>
                  </a:cubicBezTo>
                  <a:cubicBezTo>
                    <a:pt x="2455" y="6488"/>
                    <a:pt x="3323" y="6741"/>
                    <a:pt x="4171" y="6741"/>
                  </a:cubicBezTo>
                  <a:cubicBezTo>
                    <a:pt x="5645" y="6741"/>
                    <a:pt x="7058" y="5978"/>
                    <a:pt x="7695" y="4474"/>
                  </a:cubicBezTo>
                  <a:cubicBezTo>
                    <a:pt x="8503" y="2607"/>
                    <a:pt x="7945" y="850"/>
                    <a:pt x="5910" y="265"/>
                  </a:cubicBezTo>
                  <a:cubicBezTo>
                    <a:pt x="5349" y="97"/>
                    <a:pt x="4751" y="1"/>
                    <a:pt x="41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24"/>
            <p:cNvSpPr/>
            <p:nvPr/>
          </p:nvSpPr>
          <p:spPr>
            <a:xfrm>
              <a:off x="5342875" y="4268867"/>
              <a:ext cx="84013" cy="81921"/>
            </a:xfrm>
            <a:custGeom>
              <a:rect b="b" l="l" r="r" t="t"/>
              <a:pathLst>
                <a:path extrusionOk="0" h="3290" w="3374">
                  <a:moveTo>
                    <a:pt x="2287" y="1"/>
                  </a:moveTo>
                  <a:cubicBezTo>
                    <a:pt x="2119" y="391"/>
                    <a:pt x="1952" y="809"/>
                    <a:pt x="1785" y="1199"/>
                  </a:cubicBezTo>
                  <a:cubicBezTo>
                    <a:pt x="1507" y="898"/>
                    <a:pt x="1133" y="732"/>
                    <a:pt x="759" y="732"/>
                  </a:cubicBezTo>
                  <a:cubicBezTo>
                    <a:pt x="683" y="732"/>
                    <a:pt x="606" y="739"/>
                    <a:pt x="530" y="753"/>
                  </a:cubicBezTo>
                  <a:cubicBezTo>
                    <a:pt x="586" y="1032"/>
                    <a:pt x="726" y="1255"/>
                    <a:pt x="893" y="1478"/>
                  </a:cubicBezTo>
                  <a:cubicBezTo>
                    <a:pt x="530" y="1478"/>
                    <a:pt x="140" y="1701"/>
                    <a:pt x="1" y="2063"/>
                  </a:cubicBezTo>
                  <a:cubicBezTo>
                    <a:pt x="139" y="2024"/>
                    <a:pt x="281" y="2005"/>
                    <a:pt x="421" y="2005"/>
                  </a:cubicBezTo>
                  <a:cubicBezTo>
                    <a:pt x="677" y="2005"/>
                    <a:pt x="928" y="2067"/>
                    <a:pt x="1144" y="2175"/>
                  </a:cubicBezTo>
                  <a:cubicBezTo>
                    <a:pt x="753" y="2398"/>
                    <a:pt x="475" y="2760"/>
                    <a:pt x="280" y="3178"/>
                  </a:cubicBezTo>
                  <a:cubicBezTo>
                    <a:pt x="369" y="3205"/>
                    <a:pt x="458" y="3218"/>
                    <a:pt x="548" y="3218"/>
                  </a:cubicBezTo>
                  <a:cubicBezTo>
                    <a:pt x="737" y="3218"/>
                    <a:pt x="926" y="3162"/>
                    <a:pt x="1116" y="3067"/>
                  </a:cubicBezTo>
                  <a:cubicBezTo>
                    <a:pt x="1367" y="2928"/>
                    <a:pt x="1534" y="2705"/>
                    <a:pt x="1645" y="2398"/>
                  </a:cubicBezTo>
                  <a:cubicBezTo>
                    <a:pt x="1729" y="2788"/>
                    <a:pt x="2064" y="3151"/>
                    <a:pt x="2426" y="3290"/>
                  </a:cubicBezTo>
                  <a:cubicBezTo>
                    <a:pt x="2677" y="2955"/>
                    <a:pt x="2649" y="2454"/>
                    <a:pt x="2370" y="2119"/>
                  </a:cubicBezTo>
                  <a:cubicBezTo>
                    <a:pt x="2677" y="2119"/>
                    <a:pt x="2983" y="2036"/>
                    <a:pt x="3234" y="1840"/>
                  </a:cubicBezTo>
                  <a:cubicBezTo>
                    <a:pt x="3318" y="1785"/>
                    <a:pt x="3374" y="1701"/>
                    <a:pt x="3346" y="1617"/>
                  </a:cubicBezTo>
                  <a:cubicBezTo>
                    <a:pt x="3318" y="1534"/>
                    <a:pt x="3234" y="1506"/>
                    <a:pt x="3179" y="1478"/>
                  </a:cubicBezTo>
                  <a:cubicBezTo>
                    <a:pt x="3015" y="1413"/>
                    <a:pt x="2852" y="1386"/>
                    <a:pt x="2689" y="1386"/>
                  </a:cubicBezTo>
                  <a:cubicBezTo>
                    <a:pt x="2573" y="1386"/>
                    <a:pt x="2458" y="1399"/>
                    <a:pt x="2342" y="1422"/>
                  </a:cubicBezTo>
                  <a:cubicBezTo>
                    <a:pt x="2537" y="1032"/>
                    <a:pt x="2537" y="474"/>
                    <a:pt x="22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24"/>
            <p:cNvSpPr/>
            <p:nvPr/>
          </p:nvSpPr>
          <p:spPr>
            <a:xfrm>
              <a:off x="5458113" y="4129751"/>
              <a:ext cx="219269" cy="192253"/>
            </a:xfrm>
            <a:custGeom>
              <a:rect b="b" l="l" r="r" t="t"/>
              <a:pathLst>
                <a:path extrusionOk="0" h="7721" w="8806">
                  <a:moveTo>
                    <a:pt x="5581" y="0"/>
                  </a:moveTo>
                  <a:cubicBezTo>
                    <a:pt x="5470" y="0"/>
                    <a:pt x="5357" y="4"/>
                    <a:pt x="5241" y="13"/>
                  </a:cubicBezTo>
                  <a:cubicBezTo>
                    <a:pt x="3624" y="152"/>
                    <a:pt x="1951" y="821"/>
                    <a:pt x="976" y="2159"/>
                  </a:cubicBezTo>
                  <a:cubicBezTo>
                    <a:pt x="223" y="3190"/>
                    <a:pt x="0" y="4612"/>
                    <a:pt x="586" y="5783"/>
                  </a:cubicBezTo>
                  <a:cubicBezTo>
                    <a:pt x="1087" y="6703"/>
                    <a:pt x="2091" y="7344"/>
                    <a:pt x="3150" y="7595"/>
                  </a:cubicBezTo>
                  <a:cubicBezTo>
                    <a:pt x="3518" y="7680"/>
                    <a:pt x="3889" y="7721"/>
                    <a:pt x="4257" y="7721"/>
                  </a:cubicBezTo>
                  <a:cubicBezTo>
                    <a:pt x="6535" y="7721"/>
                    <a:pt x="8657" y="6141"/>
                    <a:pt x="8753" y="3692"/>
                  </a:cubicBezTo>
                  <a:cubicBezTo>
                    <a:pt x="8806" y="1519"/>
                    <a:pt x="7725" y="0"/>
                    <a:pt x="55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24"/>
            <p:cNvSpPr/>
            <p:nvPr/>
          </p:nvSpPr>
          <p:spPr>
            <a:xfrm>
              <a:off x="5523351" y="4107839"/>
              <a:ext cx="93724" cy="72384"/>
            </a:xfrm>
            <a:custGeom>
              <a:rect b="b" l="l" r="r" t="t"/>
              <a:pathLst>
                <a:path extrusionOk="0" h="2907" w="3764">
                  <a:moveTo>
                    <a:pt x="2230" y="1"/>
                  </a:moveTo>
                  <a:cubicBezTo>
                    <a:pt x="2007" y="196"/>
                    <a:pt x="1868" y="419"/>
                    <a:pt x="1784" y="697"/>
                  </a:cubicBezTo>
                  <a:cubicBezTo>
                    <a:pt x="1577" y="361"/>
                    <a:pt x="1226" y="193"/>
                    <a:pt x="887" y="193"/>
                  </a:cubicBezTo>
                  <a:cubicBezTo>
                    <a:pt x="861" y="193"/>
                    <a:pt x="835" y="194"/>
                    <a:pt x="809" y="196"/>
                  </a:cubicBezTo>
                  <a:cubicBezTo>
                    <a:pt x="1088" y="474"/>
                    <a:pt x="1255" y="865"/>
                    <a:pt x="1283" y="1255"/>
                  </a:cubicBezTo>
                  <a:cubicBezTo>
                    <a:pt x="953" y="1066"/>
                    <a:pt x="563" y="997"/>
                    <a:pt x="198" y="997"/>
                  </a:cubicBezTo>
                  <a:cubicBezTo>
                    <a:pt x="131" y="997"/>
                    <a:pt x="65" y="1000"/>
                    <a:pt x="0" y="1004"/>
                  </a:cubicBezTo>
                  <a:cubicBezTo>
                    <a:pt x="56" y="1283"/>
                    <a:pt x="279" y="1534"/>
                    <a:pt x="530" y="1673"/>
                  </a:cubicBezTo>
                  <a:cubicBezTo>
                    <a:pt x="682" y="1768"/>
                    <a:pt x="887" y="1811"/>
                    <a:pt x="1090" y="1811"/>
                  </a:cubicBezTo>
                  <a:cubicBezTo>
                    <a:pt x="1184" y="1811"/>
                    <a:pt x="1278" y="1802"/>
                    <a:pt x="1366" y="1785"/>
                  </a:cubicBezTo>
                  <a:lnTo>
                    <a:pt x="1366" y="1785"/>
                  </a:lnTo>
                  <a:cubicBezTo>
                    <a:pt x="1088" y="2063"/>
                    <a:pt x="948" y="2509"/>
                    <a:pt x="1004" y="2900"/>
                  </a:cubicBezTo>
                  <a:cubicBezTo>
                    <a:pt x="1037" y="2904"/>
                    <a:pt x="1070" y="2906"/>
                    <a:pt x="1103" y="2906"/>
                  </a:cubicBezTo>
                  <a:cubicBezTo>
                    <a:pt x="1486" y="2906"/>
                    <a:pt x="1849" y="2618"/>
                    <a:pt x="1952" y="2258"/>
                  </a:cubicBezTo>
                  <a:cubicBezTo>
                    <a:pt x="2091" y="2537"/>
                    <a:pt x="2370" y="2760"/>
                    <a:pt x="2649" y="2844"/>
                  </a:cubicBezTo>
                  <a:cubicBezTo>
                    <a:pt x="2699" y="2869"/>
                    <a:pt x="2743" y="2883"/>
                    <a:pt x="2785" y="2883"/>
                  </a:cubicBezTo>
                  <a:cubicBezTo>
                    <a:pt x="2835" y="2883"/>
                    <a:pt x="2881" y="2862"/>
                    <a:pt x="2927" y="2816"/>
                  </a:cubicBezTo>
                  <a:cubicBezTo>
                    <a:pt x="2955" y="2760"/>
                    <a:pt x="2955" y="2677"/>
                    <a:pt x="2955" y="2621"/>
                  </a:cubicBezTo>
                  <a:cubicBezTo>
                    <a:pt x="2899" y="2342"/>
                    <a:pt x="2760" y="2091"/>
                    <a:pt x="2565" y="1868"/>
                  </a:cubicBezTo>
                  <a:cubicBezTo>
                    <a:pt x="2983" y="1840"/>
                    <a:pt x="3485" y="1534"/>
                    <a:pt x="3764" y="1116"/>
                  </a:cubicBezTo>
                  <a:lnTo>
                    <a:pt x="3764" y="1116"/>
                  </a:lnTo>
                  <a:cubicBezTo>
                    <a:pt x="3345" y="1171"/>
                    <a:pt x="2899" y="1227"/>
                    <a:pt x="2481" y="1283"/>
                  </a:cubicBezTo>
                  <a:cubicBezTo>
                    <a:pt x="2621" y="837"/>
                    <a:pt x="2509" y="335"/>
                    <a:pt x="22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24"/>
            <p:cNvSpPr/>
            <p:nvPr/>
          </p:nvSpPr>
          <p:spPr>
            <a:xfrm>
              <a:off x="5035410" y="4099149"/>
              <a:ext cx="210330" cy="168747"/>
            </a:xfrm>
            <a:custGeom>
              <a:rect b="b" l="l" r="r" t="t"/>
              <a:pathLst>
                <a:path extrusionOk="0" h="6777" w="8447">
                  <a:moveTo>
                    <a:pt x="3731" y="0"/>
                  </a:moveTo>
                  <a:cubicBezTo>
                    <a:pt x="3122" y="0"/>
                    <a:pt x="2513" y="109"/>
                    <a:pt x="1951" y="350"/>
                  </a:cubicBezTo>
                  <a:cubicBezTo>
                    <a:pt x="920" y="823"/>
                    <a:pt x="84" y="1883"/>
                    <a:pt x="56" y="3026"/>
                  </a:cubicBezTo>
                  <a:cubicBezTo>
                    <a:pt x="0" y="4001"/>
                    <a:pt x="530" y="4949"/>
                    <a:pt x="1227" y="5618"/>
                  </a:cubicBezTo>
                  <a:cubicBezTo>
                    <a:pt x="2051" y="6379"/>
                    <a:pt x="3123" y="6776"/>
                    <a:pt x="4170" y="6776"/>
                  </a:cubicBezTo>
                  <a:cubicBezTo>
                    <a:pt x="5425" y="6776"/>
                    <a:pt x="6645" y="6205"/>
                    <a:pt x="7359" y="5005"/>
                  </a:cubicBezTo>
                  <a:cubicBezTo>
                    <a:pt x="8446" y="3276"/>
                    <a:pt x="8168" y="1492"/>
                    <a:pt x="6216" y="600"/>
                  </a:cubicBezTo>
                  <a:cubicBezTo>
                    <a:pt x="5478" y="223"/>
                    <a:pt x="4604" y="0"/>
                    <a:pt x="37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24"/>
            <p:cNvSpPr/>
            <p:nvPr/>
          </p:nvSpPr>
          <p:spPr>
            <a:xfrm>
              <a:off x="5176992" y="4090483"/>
              <a:ext cx="84013" cy="81697"/>
            </a:xfrm>
            <a:custGeom>
              <a:rect b="b" l="l" r="r" t="t"/>
              <a:pathLst>
                <a:path extrusionOk="0" h="3281" w="3374">
                  <a:moveTo>
                    <a:pt x="1116" y="1"/>
                  </a:moveTo>
                  <a:lnTo>
                    <a:pt x="1116" y="1"/>
                  </a:lnTo>
                  <a:cubicBezTo>
                    <a:pt x="1255" y="335"/>
                    <a:pt x="1255" y="753"/>
                    <a:pt x="1116" y="1144"/>
                  </a:cubicBezTo>
                  <a:cubicBezTo>
                    <a:pt x="837" y="809"/>
                    <a:pt x="447" y="530"/>
                    <a:pt x="28" y="391"/>
                  </a:cubicBezTo>
                  <a:lnTo>
                    <a:pt x="28" y="391"/>
                  </a:lnTo>
                  <a:cubicBezTo>
                    <a:pt x="1" y="670"/>
                    <a:pt x="84" y="976"/>
                    <a:pt x="224" y="1171"/>
                  </a:cubicBezTo>
                  <a:cubicBezTo>
                    <a:pt x="391" y="1422"/>
                    <a:pt x="642" y="1562"/>
                    <a:pt x="920" y="1645"/>
                  </a:cubicBezTo>
                  <a:cubicBezTo>
                    <a:pt x="530" y="1785"/>
                    <a:pt x="224" y="2119"/>
                    <a:pt x="112" y="2509"/>
                  </a:cubicBezTo>
                  <a:cubicBezTo>
                    <a:pt x="242" y="2585"/>
                    <a:pt x="402" y="2623"/>
                    <a:pt x="563" y="2623"/>
                  </a:cubicBezTo>
                  <a:cubicBezTo>
                    <a:pt x="816" y="2623"/>
                    <a:pt x="1074" y="2530"/>
                    <a:pt x="1227" y="2342"/>
                  </a:cubicBezTo>
                  <a:cubicBezTo>
                    <a:pt x="1227" y="2649"/>
                    <a:pt x="1367" y="2955"/>
                    <a:pt x="1617" y="3178"/>
                  </a:cubicBezTo>
                  <a:cubicBezTo>
                    <a:pt x="1660" y="3221"/>
                    <a:pt x="1736" y="3280"/>
                    <a:pt x="1794" y="3280"/>
                  </a:cubicBezTo>
                  <a:cubicBezTo>
                    <a:pt x="1811" y="3280"/>
                    <a:pt x="1827" y="3275"/>
                    <a:pt x="1840" y="3262"/>
                  </a:cubicBezTo>
                  <a:cubicBezTo>
                    <a:pt x="1924" y="3234"/>
                    <a:pt x="1952" y="3178"/>
                    <a:pt x="1952" y="3095"/>
                  </a:cubicBezTo>
                  <a:cubicBezTo>
                    <a:pt x="2036" y="2816"/>
                    <a:pt x="1980" y="2537"/>
                    <a:pt x="1896" y="2286"/>
                  </a:cubicBezTo>
                  <a:lnTo>
                    <a:pt x="1896" y="2286"/>
                  </a:lnTo>
                  <a:cubicBezTo>
                    <a:pt x="2072" y="2326"/>
                    <a:pt x="2255" y="2348"/>
                    <a:pt x="2436" y="2348"/>
                  </a:cubicBezTo>
                  <a:cubicBezTo>
                    <a:pt x="2772" y="2348"/>
                    <a:pt x="3102" y="2272"/>
                    <a:pt x="3374" y="2091"/>
                  </a:cubicBezTo>
                  <a:lnTo>
                    <a:pt x="2119" y="1673"/>
                  </a:lnTo>
                  <a:cubicBezTo>
                    <a:pt x="2454" y="1311"/>
                    <a:pt x="2537" y="837"/>
                    <a:pt x="2482" y="391"/>
                  </a:cubicBezTo>
                  <a:lnTo>
                    <a:pt x="2482" y="391"/>
                  </a:lnTo>
                  <a:cubicBezTo>
                    <a:pt x="2231" y="475"/>
                    <a:pt x="1980" y="614"/>
                    <a:pt x="1785" y="837"/>
                  </a:cubicBezTo>
                  <a:cubicBezTo>
                    <a:pt x="1757" y="447"/>
                    <a:pt x="1478" y="112"/>
                    <a:pt x="11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24"/>
            <p:cNvSpPr/>
            <p:nvPr/>
          </p:nvSpPr>
          <p:spPr>
            <a:xfrm>
              <a:off x="5064543" y="4365056"/>
              <a:ext cx="229777" cy="181197"/>
            </a:xfrm>
            <a:custGeom>
              <a:rect b="b" l="l" r="r" t="t"/>
              <a:pathLst>
                <a:path extrusionOk="0" h="7277" w="9228">
                  <a:moveTo>
                    <a:pt x="4515" y="0"/>
                  </a:moveTo>
                  <a:cubicBezTo>
                    <a:pt x="3550" y="0"/>
                    <a:pt x="2578" y="218"/>
                    <a:pt x="1757" y="737"/>
                  </a:cubicBezTo>
                  <a:cubicBezTo>
                    <a:pt x="726" y="1434"/>
                    <a:pt x="1" y="2688"/>
                    <a:pt x="168" y="3915"/>
                  </a:cubicBezTo>
                  <a:cubicBezTo>
                    <a:pt x="307" y="4974"/>
                    <a:pt x="1004" y="5866"/>
                    <a:pt x="1868" y="6451"/>
                  </a:cubicBezTo>
                  <a:cubicBezTo>
                    <a:pt x="2684" y="7002"/>
                    <a:pt x="3627" y="7277"/>
                    <a:pt x="4547" y="7277"/>
                  </a:cubicBezTo>
                  <a:cubicBezTo>
                    <a:pt x="6143" y="7277"/>
                    <a:pt x="7674" y="6451"/>
                    <a:pt x="8363" y="4807"/>
                  </a:cubicBezTo>
                  <a:cubicBezTo>
                    <a:pt x="9228" y="2772"/>
                    <a:pt x="8642" y="932"/>
                    <a:pt x="6384" y="263"/>
                  </a:cubicBezTo>
                  <a:cubicBezTo>
                    <a:pt x="5795" y="96"/>
                    <a:pt x="5156" y="0"/>
                    <a:pt x="45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24"/>
            <p:cNvSpPr/>
            <p:nvPr/>
          </p:nvSpPr>
          <p:spPr>
            <a:xfrm>
              <a:off x="5149925" y="4327183"/>
              <a:ext cx="84710" cy="82046"/>
            </a:xfrm>
            <a:custGeom>
              <a:rect b="b" l="l" r="r" t="t"/>
              <a:pathLst>
                <a:path extrusionOk="0" h="3295" w="3402">
                  <a:moveTo>
                    <a:pt x="1115" y="0"/>
                  </a:moveTo>
                  <a:lnTo>
                    <a:pt x="1115" y="0"/>
                  </a:lnTo>
                  <a:cubicBezTo>
                    <a:pt x="1255" y="363"/>
                    <a:pt x="1255" y="781"/>
                    <a:pt x="1115" y="1143"/>
                  </a:cubicBezTo>
                  <a:cubicBezTo>
                    <a:pt x="837" y="809"/>
                    <a:pt x="474" y="530"/>
                    <a:pt x="56" y="390"/>
                  </a:cubicBezTo>
                  <a:lnTo>
                    <a:pt x="56" y="390"/>
                  </a:lnTo>
                  <a:cubicBezTo>
                    <a:pt x="0" y="669"/>
                    <a:pt x="84" y="976"/>
                    <a:pt x="223" y="1199"/>
                  </a:cubicBezTo>
                  <a:cubicBezTo>
                    <a:pt x="391" y="1422"/>
                    <a:pt x="642" y="1561"/>
                    <a:pt x="920" y="1645"/>
                  </a:cubicBezTo>
                  <a:cubicBezTo>
                    <a:pt x="530" y="1784"/>
                    <a:pt x="223" y="2119"/>
                    <a:pt x="112" y="2509"/>
                  </a:cubicBezTo>
                  <a:cubicBezTo>
                    <a:pt x="240" y="2594"/>
                    <a:pt x="397" y="2635"/>
                    <a:pt x="556" y="2635"/>
                  </a:cubicBezTo>
                  <a:cubicBezTo>
                    <a:pt x="812" y="2635"/>
                    <a:pt x="1072" y="2531"/>
                    <a:pt x="1227" y="2342"/>
                  </a:cubicBezTo>
                  <a:cubicBezTo>
                    <a:pt x="1227" y="2648"/>
                    <a:pt x="1366" y="2955"/>
                    <a:pt x="1617" y="3178"/>
                  </a:cubicBezTo>
                  <a:cubicBezTo>
                    <a:pt x="1665" y="3226"/>
                    <a:pt x="1755" y="3295"/>
                    <a:pt x="1815" y="3295"/>
                  </a:cubicBezTo>
                  <a:cubicBezTo>
                    <a:pt x="1824" y="3295"/>
                    <a:pt x="1833" y="3293"/>
                    <a:pt x="1840" y="3289"/>
                  </a:cubicBezTo>
                  <a:cubicBezTo>
                    <a:pt x="1924" y="3234"/>
                    <a:pt x="1952" y="3178"/>
                    <a:pt x="1952" y="3094"/>
                  </a:cubicBezTo>
                  <a:cubicBezTo>
                    <a:pt x="2035" y="2816"/>
                    <a:pt x="2007" y="2537"/>
                    <a:pt x="1896" y="2314"/>
                  </a:cubicBezTo>
                  <a:lnTo>
                    <a:pt x="1896" y="2314"/>
                  </a:lnTo>
                  <a:cubicBezTo>
                    <a:pt x="2047" y="2358"/>
                    <a:pt x="2212" y="2380"/>
                    <a:pt x="2381" y="2380"/>
                  </a:cubicBezTo>
                  <a:cubicBezTo>
                    <a:pt x="2741" y="2380"/>
                    <a:pt x="3116" y="2281"/>
                    <a:pt x="3401" y="2091"/>
                  </a:cubicBezTo>
                  <a:lnTo>
                    <a:pt x="2147" y="1673"/>
                  </a:lnTo>
                  <a:cubicBezTo>
                    <a:pt x="2454" y="1338"/>
                    <a:pt x="2537" y="836"/>
                    <a:pt x="2481" y="390"/>
                  </a:cubicBezTo>
                  <a:lnTo>
                    <a:pt x="2481" y="390"/>
                  </a:lnTo>
                  <a:cubicBezTo>
                    <a:pt x="2231" y="502"/>
                    <a:pt x="2007" y="641"/>
                    <a:pt x="1784" y="836"/>
                  </a:cubicBezTo>
                  <a:cubicBezTo>
                    <a:pt x="1757" y="446"/>
                    <a:pt x="1478" y="112"/>
                    <a:pt x="11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24"/>
            <p:cNvSpPr/>
            <p:nvPr/>
          </p:nvSpPr>
          <p:spPr>
            <a:xfrm>
              <a:off x="5248480" y="3941905"/>
              <a:ext cx="59038" cy="71612"/>
            </a:xfrm>
            <a:custGeom>
              <a:rect b="b" l="l" r="r" t="t"/>
              <a:pathLst>
                <a:path extrusionOk="0" h="2876" w="2371">
                  <a:moveTo>
                    <a:pt x="1734" y="1"/>
                  </a:moveTo>
                  <a:cubicBezTo>
                    <a:pt x="1347" y="1"/>
                    <a:pt x="823" y="294"/>
                    <a:pt x="503" y="588"/>
                  </a:cubicBezTo>
                  <a:cubicBezTo>
                    <a:pt x="168" y="978"/>
                    <a:pt x="1" y="1480"/>
                    <a:pt x="1" y="1982"/>
                  </a:cubicBezTo>
                  <a:cubicBezTo>
                    <a:pt x="1" y="2177"/>
                    <a:pt x="29" y="2372"/>
                    <a:pt x="140" y="2539"/>
                  </a:cubicBezTo>
                  <a:cubicBezTo>
                    <a:pt x="224" y="2734"/>
                    <a:pt x="419" y="2818"/>
                    <a:pt x="586" y="2874"/>
                  </a:cubicBezTo>
                  <a:cubicBezTo>
                    <a:pt x="603" y="2875"/>
                    <a:pt x="620" y="2876"/>
                    <a:pt x="637" y="2876"/>
                  </a:cubicBezTo>
                  <a:cubicBezTo>
                    <a:pt x="949" y="2876"/>
                    <a:pt x="1211" y="2636"/>
                    <a:pt x="1422" y="2372"/>
                  </a:cubicBezTo>
                  <a:cubicBezTo>
                    <a:pt x="1729" y="2037"/>
                    <a:pt x="2036" y="1619"/>
                    <a:pt x="2175" y="1145"/>
                  </a:cubicBezTo>
                  <a:cubicBezTo>
                    <a:pt x="2287" y="783"/>
                    <a:pt x="2370" y="30"/>
                    <a:pt x="1785" y="2"/>
                  </a:cubicBezTo>
                  <a:cubicBezTo>
                    <a:pt x="1768" y="1"/>
                    <a:pt x="1751" y="1"/>
                    <a:pt x="1734" y="1"/>
                  </a:cubicBezTo>
                  <a:close/>
                </a:path>
              </a:pathLst>
            </a:custGeom>
            <a:solidFill>
              <a:srgbClr val="FBF7E4">
                <a:alpha val="2274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24"/>
            <p:cNvSpPr/>
            <p:nvPr/>
          </p:nvSpPr>
          <p:spPr>
            <a:xfrm>
              <a:off x="5481693" y="4173525"/>
              <a:ext cx="67354" cy="95591"/>
            </a:xfrm>
            <a:custGeom>
              <a:rect b="b" l="l" r="r" t="t"/>
              <a:pathLst>
                <a:path extrusionOk="0" h="3839" w="2705">
                  <a:moveTo>
                    <a:pt x="1392" y="0"/>
                  </a:moveTo>
                  <a:cubicBezTo>
                    <a:pt x="714" y="0"/>
                    <a:pt x="261" y="834"/>
                    <a:pt x="140" y="1460"/>
                  </a:cubicBezTo>
                  <a:cubicBezTo>
                    <a:pt x="1" y="2018"/>
                    <a:pt x="112" y="2631"/>
                    <a:pt x="335" y="3105"/>
                  </a:cubicBezTo>
                  <a:cubicBezTo>
                    <a:pt x="531" y="3495"/>
                    <a:pt x="865" y="3830"/>
                    <a:pt x="1255" y="3830"/>
                  </a:cubicBezTo>
                  <a:cubicBezTo>
                    <a:pt x="1287" y="3835"/>
                    <a:pt x="1320" y="3838"/>
                    <a:pt x="1352" y="3838"/>
                  </a:cubicBezTo>
                  <a:cubicBezTo>
                    <a:pt x="1625" y="3838"/>
                    <a:pt x="1892" y="3636"/>
                    <a:pt x="2092" y="3411"/>
                  </a:cubicBezTo>
                  <a:cubicBezTo>
                    <a:pt x="2287" y="3188"/>
                    <a:pt x="2370" y="2854"/>
                    <a:pt x="2482" y="2547"/>
                  </a:cubicBezTo>
                  <a:cubicBezTo>
                    <a:pt x="2677" y="1711"/>
                    <a:pt x="2705" y="457"/>
                    <a:pt x="1729" y="66"/>
                  </a:cubicBezTo>
                  <a:cubicBezTo>
                    <a:pt x="1611" y="21"/>
                    <a:pt x="1499" y="0"/>
                    <a:pt x="1392" y="0"/>
                  </a:cubicBezTo>
                  <a:close/>
                </a:path>
              </a:pathLst>
            </a:custGeom>
            <a:solidFill>
              <a:srgbClr val="FBF7E4">
                <a:alpha val="2274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24"/>
            <p:cNvSpPr/>
            <p:nvPr/>
          </p:nvSpPr>
          <p:spPr>
            <a:xfrm>
              <a:off x="5315112" y="4362740"/>
              <a:ext cx="63196" cy="80477"/>
            </a:xfrm>
            <a:custGeom>
              <a:rect b="b" l="l" r="r" t="t"/>
              <a:pathLst>
                <a:path extrusionOk="0" h="3232" w="2538">
                  <a:moveTo>
                    <a:pt x="876" y="1"/>
                  </a:moveTo>
                  <a:cubicBezTo>
                    <a:pt x="487" y="1"/>
                    <a:pt x="205" y="242"/>
                    <a:pt x="84" y="746"/>
                  </a:cubicBezTo>
                  <a:cubicBezTo>
                    <a:pt x="1" y="1192"/>
                    <a:pt x="140" y="1666"/>
                    <a:pt x="307" y="2057"/>
                  </a:cubicBezTo>
                  <a:cubicBezTo>
                    <a:pt x="447" y="2419"/>
                    <a:pt x="670" y="2753"/>
                    <a:pt x="949" y="3004"/>
                  </a:cubicBezTo>
                  <a:cubicBezTo>
                    <a:pt x="1144" y="3146"/>
                    <a:pt x="1385" y="3232"/>
                    <a:pt x="1620" y="3232"/>
                  </a:cubicBezTo>
                  <a:cubicBezTo>
                    <a:pt x="1754" y="3232"/>
                    <a:pt x="1887" y="3204"/>
                    <a:pt x="2008" y="3144"/>
                  </a:cubicBezTo>
                  <a:cubicBezTo>
                    <a:pt x="2426" y="2893"/>
                    <a:pt x="2537" y="2335"/>
                    <a:pt x="2510" y="1861"/>
                  </a:cubicBezTo>
                  <a:cubicBezTo>
                    <a:pt x="2426" y="1081"/>
                    <a:pt x="2119" y="412"/>
                    <a:pt x="1367" y="105"/>
                  </a:cubicBezTo>
                  <a:cubicBezTo>
                    <a:pt x="1189" y="36"/>
                    <a:pt x="1025" y="1"/>
                    <a:pt x="876" y="1"/>
                  </a:cubicBezTo>
                  <a:close/>
                </a:path>
              </a:pathLst>
            </a:custGeom>
            <a:solidFill>
              <a:srgbClr val="FBF7E4">
                <a:alpha val="2274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24"/>
            <p:cNvSpPr/>
            <p:nvPr/>
          </p:nvSpPr>
          <p:spPr>
            <a:xfrm>
              <a:off x="5090240" y="4391275"/>
              <a:ext cx="57619" cy="69795"/>
            </a:xfrm>
            <a:custGeom>
              <a:rect b="b" l="l" r="r" t="t"/>
              <a:pathLst>
                <a:path extrusionOk="0" h="2803" w="2314">
                  <a:moveTo>
                    <a:pt x="1439" y="1"/>
                  </a:moveTo>
                  <a:cubicBezTo>
                    <a:pt x="1266" y="1"/>
                    <a:pt x="1092" y="57"/>
                    <a:pt x="948" y="158"/>
                  </a:cubicBezTo>
                  <a:cubicBezTo>
                    <a:pt x="641" y="353"/>
                    <a:pt x="390" y="660"/>
                    <a:pt x="251" y="994"/>
                  </a:cubicBezTo>
                  <a:cubicBezTo>
                    <a:pt x="84" y="1357"/>
                    <a:pt x="0" y="1775"/>
                    <a:pt x="112" y="2193"/>
                  </a:cubicBezTo>
                  <a:cubicBezTo>
                    <a:pt x="140" y="2388"/>
                    <a:pt x="223" y="2583"/>
                    <a:pt x="390" y="2695"/>
                  </a:cubicBezTo>
                  <a:cubicBezTo>
                    <a:pt x="493" y="2768"/>
                    <a:pt x="612" y="2803"/>
                    <a:pt x="738" y="2803"/>
                  </a:cubicBezTo>
                  <a:cubicBezTo>
                    <a:pt x="850" y="2803"/>
                    <a:pt x="969" y="2775"/>
                    <a:pt x="1087" y="2722"/>
                  </a:cubicBezTo>
                  <a:cubicBezTo>
                    <a:pt x="1478" y="2611"/>
                    <a:pt x="1784" y="2388"/>
                    <a:pt x="1979" y="2053"/>
                  </a:cubicBezTo>
                  <a:cubicBezTo>
                    <a:pt x="2202" y="1747"/>
                    <a:pt x="2314" y="1357"/>
                    <a:pt x="2314" y="994"/>
                  </a:cubicBezTo>
                  <a:cubicBezTo>
                    <a:pt x="2314" y="660"/>
                    <a:pt x="2174" y="353"/>
                    <a:pt x="1896" y="158"/>
                  </a:cubicBezTo>
                  <a:cubicBezTo>
                    <a:pt x="1761" y="50"/>
                    <a:pt x="1600" y="1"/>
                    <a:pt x="1439" y="1"/>
                  </a:cubicBezTo>
                  <a:close/>
                </a:path>
              </a:pathLst>
            </a:custGeom>
            <a:solidFill>
              <a:srgbClr val="FBF7E4">
                <a:alpha val="2274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24"/>
            <p:cNvSpPr/>
            <p:nvPr/>
          </p:nvSpPr>
          <p:spPr>
            <a:xfrm>
              <a:off x="5094398" y="4470034"/>
              <a:ext cx="29183" cy="30503"/>
            </a:xfrm>
            <a:custGeom>
              <a:rect b="b" l="l" r="r" t="t"/>
              <a:pathLst>
                <a:path extrusionOk="0" h="1225" w="1172">
                  <a:moveTo>
                    <a:pt x="471" y="1"/>
                  </a:moveTo>
                  <a:cubicBezTo>
                    <a:pt x="296" y="1"/>
                    <a:pt x="131" y="76"/>
                    <a:pt x="56" y="256"/>
                  </a:cubicBezTo>
                  <a:cubicBezTo>
                    <a:pt x="0" y="368"/>
                    <a:pt x="0" y="507"/>
                    <a:pt x="0" y="619"/>
                  </a:cubicBezTo>
                  <a:cubicBezTo>
                    <a:pt x="0" y="758"/>
                    <a:pt x="56" y="925"/>
                    <a:pt x="140" y="1037"/>
                  </a:cubicBezTo>
                  <a:cubicBezTo>
                    <a:pt x="244" y="1162"/>
                    <a:pt x="412" y="1225"/>
                    <a:pt x="571" y="1225"/>
                  </a:cubicBezTo>
                  <a:cubicBezTo>
                    <a:pt x="624" y="1225"/>
                    <a:pt x="676" y="1218"/>
                    <a:pt x="725" y="1204"/>
                  </a:cubicBezTo>
                  <a:cubicBezTo>
                    <a:pt x="948" y="1120"/>
                    <a:pt x="1088" y="925"/>
                    <a:pt x="1115" y="702"/>
                  </a:cubicBezTo>
                  <a:cubicBezTo>
                    <a:pt x="1171" y="507"/>
                    <a:pt x="1060" y="256"/>
                    <a:pt x="892" y="145"/>
                  </a:cubicBezTo>
                  <a:cubicBezTo>
                    <a:pt x="777" y="55"/>
                    <a:pt x="620" y="1"/>
                    <a:pt x="471" y="1"/>
                  </a:cubicBezTo>
                  <a:close/>
                </a:path>
              </a:pathLst>
            </a:custGeom>
            <a:solidFill>
              <a:srgbClr val="FBF7E4">
                <a:alpha val="2274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24"/>
            <p:cNvSpPr/>
            <p:nvPr/>
          </p:nvSpPr>
          <p:spPr>
            <a:xfrm>
              <a:off x="5068726" y="4114039"/>
              <a:ext cx="94496" cy="51443"/>
            </a:xfrm>
            <a:custGeom>
              <a:rect b="b" l="l" r="r" t="t"/>
              <a:pathLst>
                <a:path extrusionOk="0" h="2066" w="3795">
                  <a:moveTo>
                    <a:pt x="2319" y="0"/>
                  </a:moveTo>
                  <a:cubicBezTo>
                    <a:pt x="1978" y="0"/>
                    <a:pt x="1645" y="51"/>
                    <a:pt x="1422" y="114"/>
                  </a:cubicBezTo>
                  <a:cubicBezTo>
                    <a:pt x="1115" y="198"/>
                    <a:pt x="836" y="337"/>
                    <a:pt x="558" y="504"/>
                  </a:cubicBezTo>
                  <a:cubicBezTo>
                    <a:pt x="390" y="616"/>
                    <a:pt x="251" y="755"/>
                    <a:pt x="139" y="922"/>
                  </a:cubicBezTo>
                  <a:cubicBezTo>
                    <a:pt x="28" y="1117"/>
                    <a:pt x="0" y="1313"/>
                    <a:pt x="112" y="1480"/>
                  </a:cubicBezTo>
                  <a:cubicBezTo>
                    <a:pt x="195" y="1703"/>
                    <a:pt x="446" y="1842"/>
                    <a:pt x="697" y="1898"/>
                  </a:cubicBezTo>
                  <a:cubicBezTo>
                    <a:pt x="1087" y="2009"/>
                    <a:pt x="1450" y="2065"/>
                    <a:pt x="1840" y="2065"/>
                  </a:cubicBezTo>
                  <a:cubicBezTo>
                    <a:pt x="2230" y="2065"/>
                    <a:pt x="2565" y="2037"/>
                    <a:pt x="2927" y="1870"/>
                  </a:cubicBezTo>
                  <a:cubicBezTo>
                    <a:pt x="3234" y="1703"/>
                    <a:pt x="3540" y="1424"/>
                    <a:pt x="3624" y="1062"/>
                  </a:cubicBezTo>
                  <a:cubicBezTo>
                    <a:pt x="3794" y="229"/>
                    <a:pt x="3039" y="0"/>
                    <a:pt x="2319" y="0"/>
                  </a:cubicBezTo>
                  <a:close/>
                </a:path>
              </a:pathLst>
            </a:custGeom>
            <a:solidFill>
              <a:srgbClr val="FBF7E4">
                <a:alpha val="2274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24"/>
            <p:cNvSpPr/>
            <p:nvPr/>
          </p:nvSpPr>
          <p:spPr>
            <a:xfrm>
              <a:off x="5625391" y="4188365"/>
              <a:ext cx="24302" cy="83315"/>
            </a:xfrm>
            <a:custGeom>
              <a:rect b="b" l="l" r="r" t="t"/>
              <a:pathLst>
                <a:path extrusionOk="0" fill="none" h="3346" w="976">
                  <a:moveTo>
                    <a:pt x="641" y="0"/>
                  </a:moveTo>
                  <a:cubicBezTo>
                    <a:pt x="920" y="558"/>
                    <a:pt x="976" y="1199"/>
                    <a:pt x="892" y="1784"/>
                  </a:cubicBezTo>
                  <a:cubicBezTo>
                    <a:pt x="781" y="2369"/>
                    <a:pt x="474" y="2927"/>
                    <a:pt x="0" y="3345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24"/>
            <p:cNvSpPr/>
            <p:nvPr/>
          </p:nvSpPr>
          <p:spPr>
            <a:xfrm>
              <a:off x="5600391" y="4285525"/>
              <a:ext cx="5578" cy="2814"/>
            </a:xfrm>
            <a:custGeom>
              <a:rect b="b" l="l" r="r" t="t"/>
              <a:pathLst>
                <a:path extrusionOk="0" fill="none" h="113" w="224">
                  <a:moveTo>
                    <a:pt x="224" y="1"/>
                  </a:moveTo>
                  <a:lnTo>
                    <a:pt x="1" y="112"/>
                  </a:ln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24"/>
            <p:cNvSpPr/>
            <p:nvPr/>
          </p:nvSpPr>
          <p:spPr>
            <a:xfrm>
              <a:off x="5111056" y="4197379"/>
              <a:ext cx="84013" cy="42355"/>
            </a:xfrm>
            <a:custGeom>
              <a:rect b="b" l="l" r="r" t="t"/>
              <a:pathLst>
                <a:path extrusionOk="0" fill="none" h="1701" w="3374">
                  <a:moveTo>
                    <a:pt x="3373" y="0"/>
                  </a:moveTo>
                  <a:cubicBezTo>
                    <a:pt x="2676" y="1088"/>
                    <a:pt x="1283" y="1701"/>
                    <a:pt x="0" y="1422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24"/>
            <p:cNvSpPr/>
            <p:nvPr/>
          </p:nvSpPr>
          <p:spPr>
            <a:xfrm>
              <a:off x="5274874" y="4038442"/>
              <a:ext cx="54157" cy="30552"/>
            </a:xfrm>
            <a:custGeom>
              <a:rect b="b" l="l" r="r" t="t"/>
              <a:pathLst>
                <a:path extrusionOk="0" fill="none" h="1227" w="2175">
                  <a:moveTo>
                    <a:pt x="0" y="0"/>
                  </a:moveTo>
                  <a:cubicBezTo>
                    <a:pt x="84" y="446"/>
                    <a:pt x="418" y="864"/>
                    <a:pt x="836" y="1031"/>
                  </a:cubicBezTo>
                  <a:cubicBezTo>
                    <a:pt x="1310" y="1227"/>
                    <a:pt x="1812" y="1115"/>
                    <a:pt x="2174" y="808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24"/>
            <p:cNvSpPr/>
            <p:nvPr/>
          </p:nvSpPr>
          <p:spPr>
            <a:xfrm>
              <a:off x="5390783" y="4416723"/>
              <a:ext cx="61105" cy="45816"/>
            </a:xfrm>
            <a:custGeom>
              <a:rect b="b" l="l" r="r" t="t"/>
              <a:pathLst>
                <a:path extrusionOk="0" fill="none" h="1840" w="2454">
                  <a:moveTo>
                    <a:pt x="0" y="1673"/>
                  </a:moveTo>
                  <a:cubicBezTo>
                    <a:pt x="558" y="1840"/>
                    <a:pt x="1171" y="1784"/>
                    <a:pt x="1617" y="1422"/>
                  </a:cubicBezTo>
                  <a:cubicBezTo>
                    <a:pt x="2119" y="1115"/>
                    <a:pt x="2425" y="558"/>
                    <a:pt x="2453" y="0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24"/>
            <p:cNvSpPr/>
            <p:nvPr/>
          </p:nvSpPr>
          <p:spPr>
            <a:xfrm>
              <a:off x="5167281" y="4445159"/>
              <a:ext cx="82618" cy="69446"/>
            </a:xfrm>
            <a:custGeom>
              <a:rect b="b" l="l" r="r" t="t"/>
              <a:pathLst>
                <a:path extrusionOk="0" fill="none" h="2789" w="3318">
                  <a:moveTo>
                    <a:pt x="0" y="2621"/>
                  </a:moveTo>
                  <a:cubicBezTo>
                    <a:pt x="558" y="2788"/>
                    <a:pt x="1171" y="2788"/>
                    <a:pt x="1729" y="2621"/>
                  </a:cubicBezTo>
                  <a:cubicBezTo>
                    <a:pt x="2230" y="2454"/>
                    <a:pt x="2732" y="2092"/>
                    <a:pt x="3011" y="1618"/>
                  </a:cubicBezTo>
                  <a:cubicBezTo>
                    <a:pt x="3290" y="1116"/>
                    <a:pt x="3318" y="503"/>
                    <a:pt x="3039" y="1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24"/>
            <p:cNvSpPr/>
            <p:nvPr/>
          </p:nvSpPr>
          <p:spPr>
            <a:xfrm>
              <a:off x="7700034" y="3108353"/>
              <a:ext cx="425491" cy="1181356"/>
            </a:xfrm>
            <a:custGeom>
              <a:rect b="b" l="l" r="r" t="t"/>
              <a:pathLst>
                <a:path extrusionOk="0" h="47444" w="17088">
                  <a:moveTo>
                    <a:pt x="5380" y="0"/>
                  </a:moveTo>
                  <a:lnTo>
                    <a:pt x="5380" y="9450"/>
                  </a:lnTo>
                  <a:cubicBezTo>
                    <a:pt x="5380" y="9450"/>
                    <a:pt x="558" y="10286"/>
                    <a:pt x="558" y="15359"/>
                  </a:cubicBezTo>
                  <a:cubicBezTo>
                    <a:pt x="0" y="26091"/>
                    <a:pt x="28" y="36210"/>
                    <a:pt x="558" y="45716"/>
                  </a:cubicBezTo>
                  <a:cubicBezTo>
                    <a:pt x="558" y="46663"/>
                    <a:pt x="1338" y="47444"/>
                    <a:pt x="2314" y="47444"/>
                  </a:cubicBezTo>
                  <a:lnTo>
                    <a:pt x="14774" y="47444"/>
                  </a:lnTo>
                  <a:cubicBezTo>
                    <a:pt x="15722" y="47444"/>
                    <a:pt x="16531" y="46691"/>
                    <a:pt x="16531" y="45716"/>
                  </a:cubicBezTo>
                  <a:cubicBezTo>
                    <a:pt x="17088" y="35820"/>
                    <a:pt x="17032" y="25673"/>
                    <a:pt x="16531" y="15359"/>
                  </a:cubicBezTo>
                  <a:cubicBezTo>
                    <a:pt x="16475" y="10286"/>
                    <a:pt x="11652" y="9450"/>
                    <a:pt x="11652" y="9450"/>
                  </a:cubicBezTo>
                  <a:lnTo>
                    <a:pt x="1165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24"/>
            <p:cNvSpPr/>
            <p:nvPr/>
          </p:nvSpPr>
          <p:spPr>
            <a:xfrm>
              <a:off x="7817338" y="3070828"/>
              <a:ext cx="191581" cy="111104"/>
            </a:xfrm>
            <a:custGeom>
              <a:rect b="b" l="l" r="r" t="t"/>
              <a:pathLst>
                <a:path extrusionOk="0" h="4462" w="7694">
                  <a:moveTo>
                    <a:pt x="6682" y="1"/>
                  </a:moveTo>
                  <a:cubicBezTo>
                    <a:pt x="6666" y="1"/>
                    <a:pt x="6650" y="1"/>
                    <a:pt x="6635" y="2"/>
                  </a:cubicBezTo>
                  <a:lnTo>
                    <a:pt x="920" y="169"/>
                  </a:lnTo>
                  <a:cubicBezTo>
                    <a:pt x="391" y="225"/>
                    <a:pt x="0" y="643"/>
                    <a:pt x="0" y="1145"/>
                  </a:cubicBezTo>
                  <a:lnTo>
                    <a:pt x="0" y="3486"/>
                  </a:lnTo>
                  <a:cubicBezTo>
                    <a:pt x="0" y="4016"/>
                    <a:pt x="418" y="4462"/>
                    <a:pt x="976" y="4462"/>
                  </a:cubicBezTo>
                  <a:lnTo>
                    <a:pt x="6579" y="4462"/>
                  </a:lnTo>
                  <a:cubicBezTo>
                    <a:pt x="7109" y="4462"/>
                    <a:pt x="7527" y="4044"/>
                    <a:pt x="7555" y="3514"/>
                  </a:cubicBezTo>
                  <a:lnTo>
                    <a:pt x="7666" y="1005"/>
                  </a:lnTo>
                  <a:cubicBezTo>
                    <a:pt x="7693" y="464"/>
                    <a:pt x="7220" y="1"/>
                    <a:pt x="668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24"/>
            <p:cNvSpPr/>
            <p:nvPr/>
          </p:nvSpPr>
          <p:spPr>
            <a:xfrm>
              <a:off x="7838154" y="3097247"/>
              <a:ext cx="2814" cy="60407"/>
            </a:xfrm>
            <a:custGeom>
              <a:rect b="b" l="l" r="r" t="t"/>
              <a:pathLst>
                <a:path extrusionOk="0" fill="none" h="2426" w="113">
                  <a:moveTo>
                    <a:pt x="112" y="0"/>
                  </a:moveTo>
                  <a:cubicBezTo>
                    <a:pt x="56" y="781"/>
                    <a:pt x="29" y="1617"/>
                    <a:pt x="1" y="2425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24"/>
            <p:cNvSpPr/>
            <p:nvPr/>
          </p:nvSpPr>
          <p:spPr>
            <a:xfrm>
              <a:off x="7870773" y="3097247"/>
              <a:ext cx="25" cy="60407"/>
            </a:xfrm>
            <a:custGeom>
              <a:rect b="b" l="l" r="r" t="t"/>
              <a:pathLst>
                <a:path extrusionOk="0" fill="none" h="2426" w="1">
                  <a:moveTo>
                    <a:pt x="1" y="0"/>
                  </a:moveTo>
                  <a:lnTo>
                    <a:pt x="1" y="2425"/>
                  </a:ln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24"/>
            <p:cNvSpPr/>
            <p:nvPr/>
          </p:nvSpPr>
          <p:spPr>
            <a:xfrm>
              <a:off x="7904089" y="3095853"/>
              <a:ext cx="25" cy="64566"/>
            </a:xfrm>
            <a:custGeom>
              <a:rect b="b" l="l" r="r" t="t"/>
              <a:pathLst>
                <a:path extrusionOk="0" fill="none" h="2593" w="1">
                  <a:moveTo>
                    <a:pt x="1" y="0"/>
                  </a:moveTo>
                  <a:lnTo>
                    <a:pt x="1" y="2593"/>
                  </a:ln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24"/>
            <p:cNvSpPr/>
            <p:nvPr/>
          </p:nvSpPr>
          <p:spPr>
            <a:xfrm>
              <a:off x="7934642" y="3094459"/>
              <a:ext cx="2092" cy="67354"/>
            </a:xfrm>
            <a:custGeom>
              <a:rect b="b" l="l" r="r" t="t"/>
              <a:pathLst>
                <a:path extrusionOk="0" fill="none" h="2705" w="84">
                  <a:moveTo>
                    <a:pt x="84" y="1"/>
                  </a:moveTo>
                  <a:lnTo>
                    <a:pt x="0" y="2705"/>
                  </a:ln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24"/>
            <p:cNvSpPr/>
            <p:nvPr/>
          </p:nvSpPr>
          <p:spPr>
            <a:xfrm>
              <a:off x="7970722" y="3090997"/>
              <a:ext cx="722" cy="68724"/>
            </a:xfrm>
            <a:custGeom>
              <a:rect b="b" l="l" r="r" t="t"/>
              <a:pathLst>
                <a:path extrusionOk="0" fill="none" h="2760" w="29">
                  <a:moveTo>
                    <a:pt x="29" y="0"/>
                  </a:moveTo>
                  <a:cubicBezTo>
                    <a:pt x="29" y="892"/>
                    <a:pt x="1" y="1840"/>
                    <a:pt x="1" y="2760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24"/>
            <p:cNvSpPr/>
            <p:nvPr/>
          </p:nvSpPr>
          <p:spPr>
            <a:xfrm>
              <a:off x="7737508" y="3576224"/>
              <a:ext cx="353331" cy="396283"/>
            </a:xfrm>
            <a:custGeom>
              <a:rect b="b" l="l" r="r" t="t"/>
              <a:pathLst>
                <a:path extrusionOk="0" h="15915" w="14190">
                  <a:moveTo>
                    <a:pt x="7047" y="0"/>
                  </a:moveTo>
                  <a:cubicBezTo>
                    <a:pt x="4240" y="0"/>
                    <a:pt x="2026" y="136"/>
                    <a:pt x="976" y="221"/>
                  </a:cubicBezTo>
                  <a:cubicBezTo>
                    <a:pt x="586" y="277"/>
                    <a:pt x="307" y="583"/>
                    <a:pt x="252" y="918"/>
                  </a:cubicBezTo>
                  <a:cubicBezTo>
                    <a:pt x="1" y="5183"/>
                    <a:pt x="196" y="12598"/>
                    <a:pt x="279" y="14772"/>
                  </a:cubicBezTo>
                  <a:cubicBezTo>
                    <a:pt x="307" y="15106"/>
                    <a:pt x="558" y="15413"/>
                    <a:pt x="893" y="15497"/>
                  </a:cubicBezTo>
                  <a:cubicBezTo>
                    <a:pt x="2550" y="15808"/>
                    <a:pt x="4400" y="15914"/>
                    <a:pt x="6168" y="15914"/>
                  </a:cubicBezTo>
                  <a:cubicBezTo>
                    <a:pt x="9157" y="15914"/>
                    <a:pt x="11911" y="15609"/>
                    <a:pt x="13102" y="15469"/>
                  </a:cubicBezTo>
                  <a:cubicBezTo>
                    <a:pt x="13437" y="15413"/>
                    <a:pt x="13715" y="15106"/>
                    <a:pt x="13771" y="14772"/>
                  </a:cubicBezTo>
                  <a:cubicBezTo>
                    <a:pt x="14189" y="8277"/>
                    <a:pt x="13910" y="2786"/>
                    <a:pt x="13771" y="918"/>
                  </a:cubicBezTo>
                  <a:cubicBezTo>
                    <a:pt x="13715" y="556"/>
                    <a:pt x="13437" y="277"/>
                    <a:pt x="13074" y="221"/>
                  </a:cubicBezTo>
                  <a:cubicBezTo>
                    <a:pt x="10920" y="57"/>
                    <a:pt x="8859" y="0"/>
                    <a:pt x="70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24"/>
            <p:cNvSpPr/>
            <p:nvPr/>
          </p:nvSpPr>
          <p:spPr>
            <a:xfrm>
              <a:off x="7815246" y="3667781"/>
              <a:ext cx="120118" cy="200619"/>
            </a:xfrm>
            <a:custGeom>
              <a:rect b="b" l="l" r="r" t="t"/>
              <a:pathLst>
                <a:path extrusionOk="0" h="8057" w="4824">
                  <a:moveTo>
                    <a:pt x="1199" y="1"/>
                  </a:moveTo>
                  <a:cubicBezTo>
                    <a:pt x="363" y="753"/>
                    <a:pt x="1" y="1952"/>
                    <a:pt x="140" y="3067"/>
                  </a:cubicBezTo>
                  <a:cubicBezTo>
                    <a:pt x="252" y="4182"/>
                    <a:pt x="809" y="5241"/>
                    <a:pt x="1506" y="6077"/>
                  </a:cubicBezTo>
                  <a:cubicBezTo>
                    <a:pt x="2008" y="6663"/>
                    <a:pt x="2510" y="7137"/>
                    <a:pt x="3123" y="7638"/>
                  </a:cubicBezTo>
                  <a:cubicBezTo>
                    <a:pt x="3179" y="7694"/>
                    <a:pt x="3290" y="7778"/>
                    <a:pt x="3346" y="7834"/>
                  </a:cubicBezTo>
                  <a:cubicBezTo>
                    <a:pt x="3346" y="7722"/>
                    <a:pt x="3318" y="7638"/>
                    <a:pt x="3318" y="7527"/>
                  </a:cubicBezTo>
                  <a:cubicBezTo>
                    <a:pt x="3290" y="7192"/>
                    <a:pt x="3262" y="6802"/>
                    <a:pt x="3179" y="6440"/>
                  </a:cubicBezTo>
                  <a:cubicBezTo>
                    <a:pt x="3011" y="5743"/>
                    <a:pt x="2593" y="5102"/>
                    <a:pt x="2287" y="4461"/>
                  </a:cubicBezTo>
                  <a:cubicBezTo>
                    <a:pt x="1924" y="3792"/>
                    <a:pt x="1618" y="3095"/>
                    <a:pt x="1645" y="2370"/>
                  </a:cubicBezTo>
                  <a:lnTo>
                    <a:pt x="1645" y="2370"/>
                  </a:lnTo>
                  <a:cubicBezTo>
                    <a:pt x="2091" y="3652"/>
                    <a:pt x="3151" y="4684"/>
                    <a:pt x="3736" y="5938"/>
                  </a:cubicBezTo>
                  <a:cubicBezTo>
                    <a:pt x="4043" y="6579"/>
                    <a:pt x="4182" y="7332"/>
                    <a:pt x="4182" y="8057"/>
                  </a:cubicBezTo>
                  <a:cubicBezTo>
                    <a:pt x="4294" y="7945"/>
                    <a:pt x="4377" y="7806"/>
                    <a:pt x="4433" y="7555"/>
                  </a:cubicBezTo>
                  <a:cubicBezTo>
                    <a:pt x="4823" y="6273"/>
                    <a:pt x="4684" y="4851"/>
                    <a:pt x="4154" y="3652"/>
                  </a:cubicBezTo>
                  <a:cubicBezTo>
                    <a:pt x="3541" y="2203"/>
                    <a:pt x="2426" y="976"/>
                    <a:pt x="11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24"/>
            <p:cNvSpPr/>
            <p:nvPr/>
          </p:nvSpPr>
          <p:spPr>
            <a:xfrm>
              <a:off x="7939497" y="3652418"/>
              <a:ext cx="83315" cy="125745"/>
            </a:xfrm>
            <a:custGeom>
              <a:rect b="b" l="l" r="r" t="t"/>
              <a:pathLst>
                <a:path extrusionOk="0" h="5050" w="3346">
                  <a:moveTo>
                    <a:pt x="2995" y="1"/>
                  </a:moveTo>
                  <a:cubicBezTo>
                    <a:pt x="2350" y="1"/>
                    <a:pt x="1699" y="309"/>
                    <a:pt x="1227" y="757"/>
                  </a:cubicBezTo>
                  <a:cubicBezTo>
                    <a:pt x="669" y="1315"/>
                    <a:pt x="363" y="2039"/>
                    <a:pt x="168" y="2820"/>
                  </a:cubicBezTo>
                  <a:cubicBezTo>
                    <a:pt x="84" y="3294"/>
                    <a:pt x="28" y="3823"/>
                    <a:pt x="0" y="4353"/>
                  </a:cubicBezTo>
                  <a:lnTo>
                    <a:pt x="0" y="4548"/>
                  </a:lnTo>
                  <a:lnTo>
                    <a:pt x="168" y="4381"/>
                  </a:lnTo>
                  <a:cubicBezTo>
                    <a:pt x="363" y="4214"/>
                    <a:pt x="530" y="4046"/>
                    <a:pt x="697" y="3823"/>
                  </a:cubicBezTo>
                  <a:cubicBezTo>
                    <a:pt x="1004" y="3405"/>
                    <a:pt x="1199" y="2931"/>
                    <a:pt x="1394" y="2457"/>
                  </a:cubicBezTo>
                  <a:cubicBezTo>
                    <a:pt x="1617" y="2011"/>
                    <a:pt x="1840" y="1538"/>
                    <a:pt x="2258" y="1259"/>
                  </a:cubicBezTo>
                  <a:lnTo>
                    <a:pt x="2258" y="1259"/>
                  </a:lnTo>
                  <a:cubicBezTo>
                    <a:pt x="1757" y="2039"/>
                    <a:pt x="1673" y="3071"/>
                    <a:pt x="1255" y="3907"/>
                  </a:cubicBezTo>
                  <a:cubicBezTo>
                    <a:pt x="1060" y="4353"/>
                    <a:pt x="697" y="4743"/>
                    <a:pt x="307" y="5050"/>
                  </a:cubicBezTo>
                  <a:cubicBezTo>
                    <a:pt x="419" y="5050"/>
                    <a:pt x="530" y="5050"/>
                    <a:pt x="697" y="4966"/>
                  </a:cubicBezTo>
                  <a:cubicBezTo>
                    <a:pt x="1534" y="4660"/>
                    <a:pt x="2230" y="3991"/>
                    <a:pt x="2649" y="3210"/>
                  </a:cubicBezTo>
                  <a:cubicBezTo>
                    <a:pt x="3178" y="2234"/>
                    <a:pt x="3345" y="1119"/>
                    <a:pt x="3345" y="32"/>
                  </a:cubicBezTo>
                  <a:cubicBezTo>
                    <a:pt x="3230" y="11"/>
                    <a:pt x="3112" y="1"/>
                    <a:pt x="29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24"/>
            <p:cNvSpPr/>
            <p:nvPr/>
          </p:nvSpPr>
          <p:spPr>
            <a:xfrm>
              <a:off x="8015841" y="3399857"/>
              <a:ext cx="67354" cy="147184"/>
            </a:xfrm>
            <a:custGeom>
              <a:rect b="b" l="l" r="r" t="t"/>
              <a:pathLst>
                <a:path extrusionOk="0" fill="none" h="5911" w="2705">
                  <a:moveTo>
                    <a:pt x="1" y="1"/>
                  </a:moveTo>
                  <a:cubicBezTo>
                    <a:pt x="1757" y="1395"/>
                    <a:pt x="2705" y="3680"/>
                    <a:pt x="2482" y="5910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24"/>
            <p:cNvSpPr/>
            <p:nvPr/>
          </p:nvSpPr>
          <p:spPr>
            <a:xfrm>
              <a:off x="8077618" y="3989838"/>
              <a:ext cx="722" cy="168000"/>
            </a:xfrm>
            <a:custGeom>
              <a:rect b="b" l="l" r="r" t="t"/>
              <a:pathLst>
                <a:path extrusionOk="0" fill="none" h="6747" w="29">
                  <a:moveTo>
                    <a:pt x="28" y="1"/>
                  </a:moveTo>
                  <a:cubicBezTo>
                    <a:pt x="28" y="2259"/>
                    <a:pt x="28" y="4489"/>
                    <a:pt x="1" y="6747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24"/>
            <p:cNvSpPr/>
            <p:nvPr/>
          </p:nvSpPr>
          <p:spPr>
            <a:xfrm>
              <a:off x="8075526" y="4188365"/>
              <a:ext cx="25" cy="25000"/>
            </a:xfrm>
            <a:custGeom>
              <a:rect b="b" l="l" r="r" t="t"/>
              <a:pathLst>
                <a:path extrusionOk="0" fill="none" h="1004" w="1">
                  <a:moveTo>
                    <a:pt x="1" y="0"/>
                  </a:moveTo>
                  <a:lnTo>
                    <a:pt x="1" y="1004"/>
                  </a:lnTo>
                </a:path>
              </a:pathLst>
            </a:custGeom>
            <a:noFill/>
            <a:ln cap="rnd" cmpd="sng" w="9525">
              <a:solidFill>
                <a:srgbClr val="2A3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24"/>
            <p:cNvSpPr/>
            <p:nvPr/>
          </p:nvSpPr>
          <p:spPr>
            <a:xfrm>
              <a:off x="7870076" y="3927364"/>
              <a:ext cx="149276" cy="11828"/>
            </a:xfrm>
            <a:custGeom>
              <a:rect b="b" l="l" r="r" t="t"/>
              <a:pathLst>
                <a:path extrusionOk="0" fill="none" h="475" w="5995">
                  <a:moveTo>
                    <a:pt x="1" y="280"/>
                  </a:moveTo>
                  <a:cubicBezTo>
                    <a:pt x="1980" y="475"/>
                    <a:pt x="4015" y="391"/>
                    <a:pt x="5994" y="1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24"/>
            <p:cNvSpPr/>
            <p:nvPr/>
          </p:nvSpPr>
          <p:spPr>
            <a:xfrm>
              <a:off x="7752100" y="3394877"/>
              <a:ext cx="122184" cy="293745"/>
            </a:xfrm>
            <a:custGeom>
              <a:rect b="b" l="l" r="r" t="t"/>
              <a:pathLst>
                <a:path extrusionOk="0" h="11797" w="4907">
                  <a:moveTo>
                    <a:pt x="4077" y="0"/>
                  </a:moveTo>
                  <a:cubicBezTo>
                    <a:pt x="3799" y="0"/>
                    <a:pt x="3524" y="184"/>
                    <a:pt x="3289" y="340"/>
                  </a:cubicBezTo>
                  <a:cubicBezTo>
                    <a:pt x="2397" y="814"/>
                    <a:pt x="1700" y="1706"/>
                    <a:pt x="1227" y="2626"/>
                  </a:cubicBezTo>
                  <a:cubicBezTo>
                    <a:pt x="558" y="3936"/>
                    <a:pt x="279" y="5386"/>
                    <a:pt x="139" y="6807"/>
                  </a:cubicBezTo>
                  <a:cubicBezTo>
                    <a:pt x="28" y="7894"/>
                    <a:pt x="0" y="8981"/>
                    <a:pt x="28" y="10097"/>
                  </a:cubicBezTo>
                  <a:cubicBezTo>
                    <a:pt x="28" y="10431"/>
                    <a:pt x="84" y="10821"/>
                    <a:pt x="223" y="11184"/>
                  </a:cubicBezTo>
                  <a:cubicBezTo>
                    <a:pt x="362" y="11490"/>
                    <a:pt x="669" y="11797"/>
                    <a:pt x="1059" y="11797"/>
                  </a:cubicBezTo>
                  <a:cubicBezTo>
                    <a:pt x="1394" y="11797"/>
                    <a:pt x="1673" y="11602"/>
                    <a:pt x="1840" y="11323"/>
                  </a:cubicBezTo>
                  <a:cubicBezTo>
                    <a:pt x="2035" y="11044"/>
                    <a:pt x="2091" y="10682"/>
                    <a:pt x="2119" y="10375"/>
                  </a:cubicBezTo>
                  <a:cubicBezTo>
                    <a:pt x="2230" y="9400"/>
                    <a:pt x="2119" y="8452"/>
                    <a:pt x="2119" y="7476"/>
                  </a:cubicBezTo>
                  <a:cubicBezTo>
                    <a:pt x="2119" y="6501"/>
                    <a:pt x="2230" y="5525"/>
                    <a:pt x="2732" y="4689"/>
                  </a:cubicBezTo>
                  <a:cubicBezTo>
                    <a:pt x="3038" y="4131"/>
                    <a:pt x="3512" y="3685"/>
                    <a:pt x="3931" y="3183"/>
                  </a:cubicBezTo>
                  <a:cubicBezTo>
                    <a:pt x="4349" y="2710"/>
                    <a:pt x="4767" y="2152"/>
                    <a:pt x="4850" y="1511"/>
                  </a:cubicBezTo>
                  <a:cubicBezTo>
                    <a:pt x="4906" y="1065"/>
                    <a:pt x="4823" y="396"/>
                    <a:pt x="4432" y="117"/>
                  </a:cubicBezTo>
                  <a:cubicBezTo>
                    <a:pt x="4315" y="34"/>
                    <a:pt x="4196" y="0"/>
                    <a:pt x="4077" y="0"/>
                  </a:cubicBezTo>
                  <a:close/>
                </a:path>
              </a:pathLst>
            </a:custGeom>
            <a:solidFill>
              <a:srgbClr val="FBF7E4">
                <a:alpha val="2274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24"/>
            <p:cNvSpPr/>
            <p:nvPr/>
          </p:nvSpPr>
          <p:spPr>
            <a:xfrm>
              <a:off x="7750705" y="3904356"/>
              <a:ext cx="70816" cy="243223"/>
            </a:xfrm>
            <a:custGeom>
              <a:rect b="b" l="l" r="r" t="t"/>
              <a:pathLst>
                <a:path extrusionOk="0" h="9768" w="2844">
                  <a:moveTo>
                    <a:pt x="1247" y="1"/>
                  </a:moveTo>
                  <a:cubicBezTo>
                    <a:pt x="1017" y="1"/>
                    <a:pt x="787" y="104"/>
                    <a:pt x="614" y="340"/>
                  </a:cubicBezTo>
                  <a:cubicBezTo>
                    <a:pt x="168" y="897"/>
                    <a:pt x="195" y="2068"/>
                    <a:pt x="168" y="2737"/>
                  </a:cubicBezTo>
                  <a:cubicBezTo>
                    <a:pt x="0" y="4660"/>
                    <a:pt x="28" y="6556"/>
                    <a:pt x="586" y="8423"/>
                  </a:cubicBezTo>
                  <a:lnTo>
                    <a:pt x="586" y="8479"/>
                  </a:lnTo>
                  <a:cubicBezTo>
                    <a:pt x="745" y="8984"/>
                    <a:pt x="1158" y="9767"/>
                    <a:pt x="1775" y="9767"/>
                  </a:cubicBezTo>
                  <a:cubicBezTo>
                    <a:pt x="1806" y="9767"/>
                    <a:pt x="1837" y="9765"/>
                    <a:pt x="1868" y="9761"/>
                  </a:cubicBezTo>
                  <a:cubicBezTo>
                    <a:pt x="2230" y="9734"/>
                    <a:pt x="2509" y="9427"/>
                    <a:pt x="2593" y="9120"/>
                  </a:cubicBezTo>
                  <a:cubicBezTo>
                    <a:pt x="2816" y="8591"/>
                    <a:pt x="2732" y="7894"/>
                    <a:pt x="2788" y="7336"/>
                  </a:cubicBezTo>
                  <a:cubicBezTo>
                    <a:pt x="2816" y="6667"/>
                    <a:pt x="2844" y="5998"/>
                    <a:pt x="2844" y="5357"/>
                  </a:cubicBezTo>
                  <a:cubicBezTo>
                    <a:pt x="2844" y="3991"/>
                    <a:pt x="2704" y="2653"/>
                    <a:pt x="2398" y="1371"/>
                  </a:cubicBezTo>
                  <a:cubicBezTo>
                    <a:pt x="2314" y="1064"/>
                    <a:pt x="2230" y="702"/>
                    <a:pt x="2007" y="423"/>
                  </a:cubicBezTo>
                  <a:cubicBezTo>
                    <a:pt x="1822" y="160"/>
                    <a:pt x="1533" y="1"/>
                    <a:pt x="1247" y="1"/>
                  </a:cubicBezTo>
                  <a:close/>
                </a:path>
              </a:pathLst>
            </a:custGeom>
            <a:solidFill>
              <a:srgbClr val="FBF7E4">
                <a:alpha val="2274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24"/>
            <p:cNvSpPr/>
            <p:nvPr/>
          </p:nvSpPr>
          <p:spPr>
            <a:xfrm>
              <a:off x="6474954" y="3109050"/>
              <a:ext cx="1155684" cy="249896"/>
            </a:xfrm>
            <a:custGeom>
              <a:rect b="b" l="l" r="r" t="t"/>
              <a:pathLst>
                <a:path extrusionOk="0" h="10036" w="46413">
                  <a:moveTo>
                    <a:pt x="46413" y="0"/>
                  </a:moveTo>
                  <a:cubicBezTo>
                    <a:pt x="33119" y="397"/>
                    <a:pt x="20235" y="461"/>
                    <a:pt x="13305" y="461"/>
                  </a:cubicBezTo>
                  <a:cubicBezTo>
                    <a:pt x="10006" y="461"/>
                    <a:pt x="8056" y="446"/>
                    <a:pt x="8056" y="446"/>
                  </a:cubicBezTo>
                  <a:cubicBezTo>
                    <a:pt x="4851" y="1422"/>
                    <a:pt x="0" y="3150"/>
                    <a:pt x="0" y="3150"/>
                  </a:cubicBezTo>
                  <a:lnTo>
                    <a:pt x="3206" y="8307"/>
                  </a:lnTo>
                  <a:lnTo>
                    <a:pt x="41395" y="10035"/>
                  </a:lnTo>
                  <a:lnTo>
                    <a:pt x="46413" y="0"/>
                  </a:lnTo>
                  <a:close/>
                </a:path>
              </a:pathLst>
            </a:custGeom>
            <a:solidFill>
              <a:srgbClr val="C481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24"/>
            <p:cNvSpPr/>
            <p:nvPr/>
          </p:nvSpPr>
          <p:spPr>
            <a:xfrm>
              <a:off x="6368058" y="2683559"/>
              <a:ext cx="582386" cy="656638"/>
            </a:xfrm>
            <a:custGeom>
              <a:rect b="b" l="l" r="r" t="t"/>
              <a:pathLst>
                <a:path extrusionOk="0" h="26371" w="23389">
                  <a:moveTo>
                    <a:pt x="14031" y="0"/>
                  </a:moveTo>
                  <a:cubicBezTo>
                    <a:pt x="13204" y="0"/>
                    <a:pt x="12378" y="165"/>
                    <a:pt x="11625" y="502"/>
                  </a:cubicBezTo>
                  <a:cubicBezTo>
                    <a:pt x="9729" y="1339"/>
                    <a:pt x="8363" y="3178"/>
                    <a:pt x="8140" y="5213"/>
                  </a:cubicBezTo>
                  <a:cubicBezTo>
                    <a:pt x="7711" y="4163"/>
                    <a:pt x="6607" y="3481"/>
                    <a:pt x="5494" y="3481"/>
                  </a:cubicBezTo>
                  <a:cubicBezTo>
                    <a:pt x="5307" y="3481"/>
                    <a:pt x="5119" y="3501"/>
                    <a:pt x="4935" y="3541"/>
                  </a:cubicBezTo>
                  <a:cubicBezTo>
                    <a:pt x="3624" y="3819"/>
                    <a:pt x="2705" y="5130"/>
                    <a:pt x="2760" y="6440"/>
                  </a:cubicBezTo>
                  <a:cubicBezTo>
                    <a:pt x="2570" y="6344"/>
                    <a:pt x="2366" y="6301"/>
                    <a:pt x="2161" y="6301"/>
                  </a:cubicBezTo>
                  <a:cubicBezTo>
                    <a:pt x="1464" y="6301"/>
                    <a:pt x="742" y="6797"/>
                    <a:pt x="419" y="7443"/>
                  </a:cubicBezTo>
                  <a:cubicBezTo>
                    <a:pt x="1" y="8279"/>
                    <a:pt x="56" y="9283"/>
                    <a:pt x="196" y="10203"/>
                  </a:cubicBezTo>
                  <a:cubicBezTo>
                    <a:pt x="1116" y="16781"/>
                    <a:pt x="5854" y="22691"/>
                    <a:pt x="12071" y="25060"/>
                  </a:cubicBezTo>
                  <a:cubicBezTo>
                    <a:pt x="12975" y="25400"/>
                    <a:pt x="14001" y="25660"/>
                    <a:pt x="14975" y="25660"/>
                  </a:cubicBezTo>
                  <a:cubicBezTo>
                    <a:pt x="15922" y="25660"/>
                    <a:pt x="16819" y="25414"/>
                    <a:pt x="17506" y="24754"/>
                  </a:cubicBezTo>
                  <a:lnTo>
                    <a:pt x="17506" y="24754"/>
                  </a:lnTo>
                  <a:lnTo>
                    <a:pt x="16252" y="26371"/>
                  </a:lnTo>
                  <a:cubicBezTo>
                    <a:pt x="19235" y="24503"/>
                    <a:pt x="21270" y="21381"/>
                    <a:pt x="22273" y="18036"/>
                  </a:cubicBezTo>
                  <a:cubicBezTo>
                    <a:pt x="23304" y="14719"/>
                    <a:pt x="23388" y="11179"/>
                    <a:pt x="23081" y="7638"/>
                  </a:cubicBezTo>
                  <a:cubicBezTo>
                    <a:pt x="22942" y="6022"/>
                    <a:pt x="22691" y="4265"/>
                    <a:pt x="21743" y="2872"/>
                  </a:cubicBezTo>
                  <a:cubicBezTo>
                    <a:pt x="20978" y="1746"/>
                    <a:pt x="19685" y="911"/>
                    <a:pt x="18393" y="911"/>
                  </a:cubicBezTo>
                  <a:cubicBezTo>
                    <a:pt x="18086" y="911"/>
                    <a:pt x="17778" y="958"/>
                    <a:pt x="17479" y="1060"/>
                  </a:cubicBezTo>
                  <a:cubicBezTo>
                    <a:pt x="16481" y="361"/>
                    <a:pt x="15254" y="0"/>
                    <a:pt x="1403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24"/>
            <p:cNvSpPr/>
            <p:nvPr/>
          </p:nvSpPr>
          <p:spPr>
            <a:xfrm>
              <a:off x="6835879" y="2710625"/>
              <a:ext cx="52091" cy="433135"/>
            </a:xfrm>
            <a:custGeom>
              <a:rect b="b" l="l" r="r" t="t"/>
              <a:pathLst>
                <a:path extrusionOk="0" h="17395" w="2092">
                  <a:moveTo>
                    <a:pt x="781" y="1"/>
                  </a:moveTo>
                  <a:lnTo>
                    <a:pt x="781" y="1"/>
                  </a:lnTo>
                  <a:cubicBezTo>
                    <a:pt x="1478" y="2175"/>
                    <a:pt x="1785" y="4600"/>
                    <a:pt x="1673" y="7276"/>
                  </a:cubicBezTo>
                  <a:cubicBezTo>
                    <a:pt x="1534" y="10621"/>
                    <a:pt x="781" y="13938"/>
                    <a:pt x="29" y="17144"/>
                  </a:cubicBezTo>
                  <a:cubicBezTo>
                    <a:pt x="1" y="17283"/>
                    <a:pt x="84" y="17367"/>
                    <a:pt x="140" y="17395"/>
                  </a:cubicBezTo>
                  <a:lnTo>
                    <a:pt x="168" y="17395"/>
                  </a:lnTo>
                  <a:cubicBezTo>
                    <a:pt x="252" y="17395"/>
                    <a:pt x="307" y="17367"/>
                    <a:pt x="363" y="17255"/>
                  </a:cubicBezTo>
                  <a:cubicBezTo>
                    <a:pt x="1088" y="14050"/>
                    <a:pt x="1840" y="10705"/>
                    <a:pt x="1980" y="7332"/>
                  </a:cubicBezTo>
                  <a:cubicBezTo>
                    <a:pt x="2091" y="4684"/>
                    <a:pt x="1813" y="2314"/>
                    <a:pt x="1144" y="168"/>
                  </a:cubicBezTo>
                  <a:cubicBezTo>
                    <a:pt x="1004" y="112"/>
                    <a:pt x="921" y="84"/>
                    <a:pt x="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24"/>
            <p:cNvSpPr/>
            <p:nvPr/>
          </p:nvSpPr>
          <p:spPr>
            <a:xfrm>
              <a:off x="6390269" y="2686348"/>
              <a:ext cx="385253" cy="637191"/>
            </a:xfrm>
            <a:custGeom>
              <a:rect b="b" l="l" r="r" t="t"/>
              <a:pathLst>
                <a:path extrusionOk="0" h="25590" w="15472">
                  <a:moveTo>
                    <a:pt x="7109" y="4990"/>
                  </a:moveTo>
                  <a:lnTo>
                    <a:pt x="7109" y="4990"/>
                  </a:lnTo>
                  <a:cubicBezTo>
                    <a:pt x="7109" y="4992"/>
                    <a:pt x="7109" y="4995"/>
                    <a:pt x="7110" y="4999"/>
                  </a:cubicBezTo>
                  <a:lnTo>
                    <a:pt x="7110" y="4999"/>
                  </a:lnTo>
                  <a:cubicBezTo>
                    <a:pt x="7109" y="4996"/>
                    <a:pt x="7109" y="4993"/>
                    <a:pt x="7109" y="4990"/>
                  </a:cubicBezTo>
                  <a:close/>
                  <a:moveTo>
                    <a:pt x="12349" y="0"/>
                  </a:moveTo>
                  <a:cubicBezTo>
                    <a:pt x="12266" y="0"/>
                    <a:pt x="12154" y="56"/>
                    <a:pt x="12043" y="56"/>
                  </a:cubicBezTo>
                  <a:cubicBezTo>
                    <a:pt x="12322" y="1366"/>
                    <a:pt x="12545" y="2732"/>
                    <a:pt x="12740" y="4042"/>
                  </a:cubicBezTo>
                  <a:cubicBezTo>
                    <a:pt x="13409" y="8167"/>
                    <a:pt x="14106" y="12405"/>
                    <a:pt x="14273" y="16669"/>
                  </a:cubicBezTo>
                  <a:cubicBezTo>
                    <a:pt x="14384" y="19234"/>
                    <a:pt x="14301" y="21826"/>
                    <a:pt x="14050" y="24391"/>
                  </a:cubicBezTo>
                  <a:cubicBezTo>
                    <a:pt x="14022" y="24363"/>
                    <a:pt x="13994" y="24307"/>
                    <a:pt x="13966" y="24252"/>
                  </a:cubicBezTo>
                  <a:lnTo>
                    <a:pt x="12628" y="15471"/>
                  </a:lnTo>
                  <a:cubicBezTo>
                    <a:pt x="11903" y="10704"/>
                    <a:pt x="11179" y="5770"/>
                    <a:pt x="9562" y="1087"/>
                  </a:cubicBezTo>
                  <a:cubicBezTo>
                    <a:pt x="9478" y="1171"/>
                    <a:pt x="9395" y="1227"/>
                    <a:pt x="9283" y="1310"/>
                  </a:cubicBezTo>
                  <a:cubicBezTo>
                    <a:pt x="10872" y="5910"/>
                    <a:pt x="11597" y="10788"/>
                    <a:pt x="12294" y="15527"/>
                  </a:cubicBezTo>
                  <a:lnTo>
                    <a:pt x="13464" y="23555"/>
                  </a:lnTo>
                  <a:cubicBezTo>
                    <a:pt x="9924" y="17701"/>
                    <a:pt x="7834" y="11094"/>
                    <a:pt x="7332" y="4265"/>
                  </a:cubicBezTo>
                  <a:cubicBezTo>
                    <a:pt x="7276" y="4544"/>
                    <a:pt x="7193" y="4850"/>
                    <a:pt x="7165" y="5129"/>
                  </a:cubicBezTo>
                  <a:cubicBezTo>
                    <a:pt x="7139" y="5079"/>
                    <a:pt x="7114" y="5028"/>
                    <a:pt x="7110" y="4999"/>
                  </a:cubicBezTo>
                  <a:lnTo>
                    <a:pt x="7110" y="4999"/>
                  </a:lnTo>
                  <a:cubicBezTo>
                    <a:pt x="7696" y="11853"/>
                    <a:pt x="9926" y="18456"/>
                    <a:pt x="13576" y="24307"/>
                  </a:cubicBezTo>
                  <a:cubicBezTo>
                    <a:pt x="10761" y="22077"/>
                    <a:pt x="8503" y="18676"/>
                    <a:pt x="6970" y="14495"/>
                  </a:cubicBezTo>
                  <a:cubicBezTo>
                    <a:pt x="5659" y="10927"/>
                    <a:pt x="5046" y="7164"/>
                    <a:pt x="4489" y="3429"/>
                  </a:cubicBezTo>
                  <a:cubicBezTo>
                    <a:pt x="4377" y="3429"/>
                    <a:pt x="4266" y="3457"/>
                    <a:pt x="4182" y="3457"/>
                  </a:cubicBezTo>
                  <a:cubicBezTo>
                    <a:pt x="4739" y="7192"/>
                    <a:pt x="5381" y="11011"/>
                    <a:pt x="6691" y="14607"/>
                  </a:cubicBezTo>
                  <a:cubicBezTo>
                    <a:pt x="8001" y="18314"/>
                    <a:pt x="9952" y="21408"/>
                    <a:pt x="12322" y="23638"/>
                  </a:cubicBezTo>
                  <a:cubicBezTo>
                    <a:pt x="9478" y="21464"/>
                    <a:pt x="7471" y="18732"/>
                    <a:pt x="6217" y="16502"/>
                  </a:cubicBezTo>
                  <a:cubicBezTo>
                    <a:pt x="4210" y="13018"/>
                    <a:pt x="2955" y="9199"/>
                    <a:pt x="1952" y="5547"/>
                  </a:cubicBezTo>
                  <a:cubicBezTo>
                    <a:pt x="1868" y="5826"/>
                    <a:pt x="1840" y="6077"/>
                    <a:pt x="1868" y="6356"/>
                  </a:cubicBezTo>
                  <a:lnTo>
                    <a:pt x="1840" y="6356"/>
                  </a:lnTo>
                  <a:cubicBezTo>
                    <a:pt x="2816" y="9812"/>
                    <a:pt x="4070" y="13352"/>
                    <a:pt x="5938" y="16669"/>
                  </a:cubicBezTo>
                  <a:cubicBezTo>
                    <a:pt x="7276" y="19011"/>
                    <a:pt x="9395" y="21938"/>
                    <a:pt x="12461" y="24168"/>
                  </a:cubicBezTo>
                  <a:cubicBezTo>
                    <a:pt x="11792" y="23806"/>
                    <a:pt x="11151" y="23415"/>
                    <a:pt x="10482" y="22969"/>
                  </a:cubicBezTo>
                  <a:cubicBezTo>
                    <a:pt x="4962" y="19318"/>
                    <a:pt x="1144" y="13101"/>
                    <a:pt x="279" y="6551"/>
                  </a:cubicBezTo>
                  <a:cubicBezTo>
                    <a:pt x="168" y="6634"/>
                    <a:pt x="56" y="6690"/>
                    <a:pt x="1" y="6774"/>
                  </a:cubicBezTo>
                  <a:cubicBezTo>
                    <a:pt x="921" y="13352"/>
                    <a:pt x="4767" y="19568"/>
                    <a:pt x="10315" y="23248"/>
                  </a:cubicBezTo>
                  <a:cubicBezTo>
                    <a:pt x="11457" y="24029"/>
                    <a:pt x="12600" y="24614"/>
                    <a:pt x="13743" y="25088"/>
                  </a:cubicBezTo>
                  <a:lnTo>
                    <a:pt x="13827" y="25450"/>
                  </a:lnTo>
                  <a:cubicBezTo>
                    <a:pt x="13827" y="25506"/>
                    <a:pt x="13883" y="25562"/>
                    <a:pt x="13938" y="25562"/>
                  </a:cubicBezTo>
                  <a:lnTo>
                    <a:pt x="13938" y="25590"/>
                  </a:lnTo>
                  <a:lnTo>
                    <a:pt x="14245" y="25590"/>
                  </a:lnTo>
                  <a:cubicBezTo>
                    <a:pt x="14245" y="25478"/>
                    <a:pt x="14273" y="25367"/>
                    <a:pt x="14273" y="25283"/>
                  </a:cubicBezTo>
                  <a:cubicBezTo>
                    <a:pt x="14412" y="25339"/>
                    <a:pt x="14579" y="25450"/>
                    <a:pt x="14719" y="25506"/>
                  </a:cubicBezTo>
                  <a:cubicBezTo>
                    <a:pt x="14970" y="25478"/>
                    <a:pt x="15221" y="25422"/>
                    <a:pt x="15471" y="25339"/>
                  </a:cubicBezTo>
                  <a:cubicBezTo>
                    <a:pt x="15193" y="25283"/>
                    <a:pt x="14830" y="25171"/>
                    <a:pt x="14440" y="25032"/>
                  </a:cubicBezTo>
                  <a:cubicBezTo>
                    <a:pt x="14412" y="25032"/>
                    <a:pt x="14412" y="25004"/>
                    <a:pt x="14384" y="25004"/>
                  </a:cubicBezTo>
                  <a:cubicBezTo>
                    <a:pt x="14384" y="24948"/>
                    <a:pt x="14384" y="24921"/>
                    <a:pt x="14329" y="24893"/>
                  </a:cubicBezTo>
                  <a:lnTo>
                    <a:pt x="14329" y="24865"/>
                  </a:lnTo>
                  <a:cubicBezTo>
                    <a:pt x="14607" y="22133"/>
                    <a:pt x="14691" y="19373"/>
                    <a:pt x="14579" y="16669"/>
                  </a:cubicBezTo>
                  <a:cubicBezTo>
                    <a:pt x="14412" y="12405"/>
                    <a:pt x="13715" y="8140"/>
                    <a:pt x="13046" y="4014"/>
                  </a:cubicBezTo>
                  <a:cubicBezTo>
                    <a:pt x="12851" y="2704"/>
                    <a:pt x="12628" y="1338"/>
                    <a:pt x="123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24"/>
            <p:cNvSpPr/>
            <p:nvPr/>
          </p:nvSpPr>
          <p:spPr>
            <a:xfrm>
              <a:off x="6763694" y="2691900"/>
              <a:ext cx="69446" cy="569861"/>
            </a:xfrm>
            <a:custGeom>
              <a:rect b="b" l="l" r="r" t="t"/>
              <a:pathLst>
                <a:path extrusionOk="0" h="22886" w="2789">
                  <a:moveTo>
                    <a:pt x="1" y="0"/>
                  </a:moveTo>
                  <a:cubicBezTo>
                    <a:pt x="2342" y="7303"/>
                    <a:pt x="2509" y="15248"/>
                    <a:pt x="447" y="22690"/>
                  </a:cubicBezTo>
                  <a:cubicBezTo>
                    <a:pt x="419" y="22746"/>
                    <a:pt x="502" y="22858"/>
                    <a:pt x="558" y="22886"/>
                  </a:cubicBezTo>
                  <a:lnTo>
                    <a:pt x="586" y="22886"/>
                  </a:lnTo>
                  <a:cubicBezTo>
                    <a:pt x="670" y="22886"/>
                    <a:pt x="725" y="22858"/>
                    <a:pt x="725" y="22774"/>
                  </a:cubicBezTo>
                  <a:cubicBezTo>
                    <a:pt x="2788" y="15387"/>
                    <a:pt x="2649" y="7443"/>
                    <a:pt x="363" y="139"/>
                  </a:cubicBezTo>
                  <a:cubicBezTo>
                    <a:pt x="251" y="56"/>
                    <a:pt x="112" y="28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24"/>
            <p:cNvSpPr/>
            <p:nvPr/>
          </p:nvSpPr>
          <p:spPr>
            <a:xfrm>
              <a:off x="6778958" y="3323514"/>
              <a:ext cx="11827" cy="11130"/>
            </a:xfrm>
            <a:custGeom>
              <a:rect b="b" l="l" r="r" t="t"/>
              <a:pathLst>
                <a:path extrusionOk="0" h="447" w="475">
                  <a:moveTo>
                    <a:pt x="335" y="1"/>
                  </a:moveTo>
                  <a:lnTo>
                    <a:pt x="1" y="447"/>
                  </a:lnTo>
                  <a:lnTo>
                    <a:pt x="29" y="447"/>
                  </a:lnTo>
                  <a:cubicBezTo>
                    <a:pt x="140" y="391"/>
                    <a:pt x="196" y="335"/>
                    <a:pt x="196" y="307"/>
                  </a:cubicBezTo>
                  <a:lnTo>
                    <a:pt x="196" y="251"/>
                  </a:lnTo>
                  <a:cubicBezTo>
                    <a:pt x="224" y="251"/>
                    <a:pt x="224" y="251"/>
                    <a:pt x="280" y="279"/>
                  </a:cubicBezTo>
                  <a:lnTo>
                    <a:pt x="308" y="279"/>
                  </a:lnTo>
                  <a:cubicBezTo>
                    <a:pt x="363" y="279"/>
                    <a:pt x="447" y="251"/>
                    <a:pt x="447" y="168"/>
                  </a:cubicBezTo>
                  <a:cubicBezTo>
                    <a:pt x="475" y="112"/>
                    <a:pt x="419" y="28"/>
                    <a:pt x="3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24"/>
            <p:cNvSpPr/>
            <p:nvPr/>
          </p:nvSpPr>
          <p:spPr>
            <a:xfrm>
              <a:off x="6368058" y="2684231"/>
              <a:ext cx="565728" cy="274896"/>
            </a:xfrm>
            <a:custGeom>
              <a:rect b="b" l="l" r="r" t="t"/>
              <a:pathLst>
                <a:path extrusionOk="0" h="11040" w="22720">
                  <a:moveTo>
                    <a:pt x="14031" y="1"/>
                  </a:moveTo>
                  <a:cubicBezTo>
                    <a:pt x="13204" y="1"/>
                    <a:pt x="12378" y="166"/>
                    <a:pt x="11625" y="503"/>
                  </a:cubicBezTo>
                  <a:cubicBezTo>
                    <a:pt x="9729" y="1339"/>
                    <a:pt x="8363" y="3207"/>
                    <a:pt x="8140" y="5214"/>
                  </a:cubicBezTo>
                  <a:cubicBezTo>
                    <a:pt x="7711" y="4164"/>
                    <a:pt x="6607" y="3482"/>
                    <a:pt x="5494" y="3482"/>
                  </a:cubicBezTo>
                  <a:cubicBezTo>
                    <a:pt x="5307" y="3482"/>
                    <a:pt x="5119" y="3501"/>
                    <a:pt x="4935" y="3542"/>
                  </a:cubicBezTo>
                  <a:cubicBezTo>
                    <a:pt x="3624" y="3820"/>
                    <a:pt x="2705" y="5158"/>
                    <a:pt x="2760" y="6441"/>
                  </a:cubicBezTo>
                  <a:cubicBezTo>
                    <a:pt x="2570" y="6345"/>
                    <a:pt x="2366" y="6302"/>
                    <a:pt x="2161" y="6302"/>
                  </a:cubicBezTo>
                  <a:cubicBezTo>
                    <a:pt x="1464" y="6302"/>
                    <a:pt x="742" y="6798"/>
                    <a:pt x="419" y="7444"/>
                  </a:cubicBezTo>
                  <a:cubicBezTo>
                    <a:pt x="1" y="8280"/>
                    <a:pt x="56" y="9284"/>
                    <a:pt x="196" y="10204"/>
                  </a:cubicBezTo>
                  <a:cubicBezTo>
                    <a:pt x="224" y="10483"/>
                    <a:pt x="279" y="10761"/>
                    <a:pt x="335" y="11040"/>
                  </a:cubicBezTo>
                  <a:cubicBezTo>
                    <a:pt x="475" y="10622"/>
                    <a:pt x="614" y="10204"/>
                    <a:pt x="837" y="9786"/>
                  </a:cubicBezTo>
                  <a:cubicBezTo>
                    <a:pt x="1433" y="8770"/>
                    <a:pt x="2553" y="8000"/>
                    <a:pt x="3686" y="8000"/>
                  </a:cubicBezTo>
                  <a:cubicBezTo>
                    <a:pt x="3984" y="8000"/>
                    <a:pt x="4282" y="8053"/>
                    <a:pt x="4572" y="8169"/>
                  </a:cubicBezTo>
                  <a:cubicBezTo>
                    <a:pt x="4935" y="7110"/>
                    <a:pt x="5966" y="6301"/>
                    <a:pt x="7081" y="6218"/>
                  </a:cubicBezTo>
                  <a:cubicBezTo>
                    <a:pt x="7123" y="6216"/>
                    <a:pt x="7164" y="6214"/>
                    <a:pt x="7206" y="6214"/>
                  </a:cubicBezTo>
                  <a:cubicBezTo>
                    <a:pt x="8279" y="6214"/>
                    <a:pt x="9328" y="6897"/>
                    <a:pt x="9757" y="7890"/>
                  </a:cubicBezTo>
                  <a:cubicBezTo>
                    <a:pt x="9813" y="6580"/>
                    <a:pt x="10175" y="5214"/>
                    <a:pt x="10984" y="4183"/>
                  </a:cubicBezTo>
                  <a:cubicBezTo>
                    <a:pt x="11763" y="3162"/>
                    <a:pt x="13008" y="2451"/>
                    <a:pt x="14295" y="2451"/>
                  </a:cubicBezTo>
                  <a:cubicBezTo>
                    <a:pt x="14344" y="2451"/>
                    <a:pt x="14392" y="2452"/>
                    <a:pt x="14440" y="2454"/>
                  </a:cubicBezTo>
                  <a:cubicBezTo>
                    <a:pt x="15750" y="2538"/>
                    <a:pt x="17060" y="3514"/>
                    <a:pt x="17283" y="4824"/>
                  </a:cubicBezTo>
                  <a:cubicBezTo>
                    <a:pt x="17811" y="4003"/>
                    <a:pt x="18791" y="3607"/>
                    <a:pt x="19772" y="3607"/>
                  </a:cubicBezTo>
                  <a:cubicBezTo>
                    <a:pt x="20190" y="3607"/>
                    <a:pt x="20608" y="3679"/>
                    <a:pt x="20991" y="3820"/>
                  </a:cubicBezTo>
                  <a:cubicBezTo>
                    <a:pt x="21660" y="4071"/>
                    <a:pt x="22245" y="4489"/>
                    <a:pt x="22719" y="5019"/>
                  </a:cubicBezTo>
                  <a:cubicBezTo>
                    <a:pt x="22524" y="4238"/>
                    <a:pt x="22245" y="3486"/>
                    <a:pt x="21799" y="2817"/>
                  </a:cubicBezTo>
                  <a:cubicBezTo>
                    <a:pt x="21038" y="1742"/>
                    <a:pt x="19736" y="901"/>
                    <a:pt x="18430" y="901"/>
                  </a:cubicBezTo>
                  <a:cubicBezTo>
                    <a:pt x="18111" y="901"/>
                    <a:pt x="17791" y="951"/>
                    <a:pt x="17479" y="1061"/>
                  </a:cubicBezTo>
                  <a:cubicBezTo>
                    <a:pt x="16481" y="362"/>
                    <a:pt x="15254" y="1"/>
                    <a:pt x="14031" y="1"/>
                  </a:cubicBezTo>
                  <a:close/>
                </a:path>
              </a:pathLst>
            </a:custGeom>
            <a:solidFill>
              <a:srgbClr val="FBF7E4">
                <a:alpha val="2274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24"/>
            <p:cNvSpPr/>
            <p:nvPr/>
          </p:nvSpPr>
          <p:spPr>
            <a:xfrm>
              <a:off x="6635285" y="2801510"/>
              <a:ext cx="408161" cy="595284"/>
            </a:xfrm>
            <a:custGeom>
              <a:rect b="b" l="l" r="r" t="t"/>
              <a:pathLst>
                <a:path extrusionOk="0" h="23907" w="16392">
                  <a:moveTo>
                    <a:pt x="11580" y="0"/>
                  </a:moveTo>
                  <a:cubicBezTo>
                    <a:pt x="11405" y="0"/>
                    <a:pt x="11230" y="38"/>
                    <a:pt x="11067" y="114"/>
                  </a:cubicBezTo>
                  <a:cubicBezTo>
                    <a:pt x="10315" y="504"/>
                    <a:pt x="10175" y="1480"/>
                    <a:pt x="10175" y="2316"/>
                  </a:cubicBezTo>
                  <a:cubicBezTo>
                    <a:pt x="10121" y="1776"/>
                    <a:pt x="9597" y="1367"/>
                    <a:pt x="9057" y="1367"/>
                  </a:cubicBezTo>
                  <a:cubicBezTo>
                    <a:pt x="9040" y="1367"/>
                    <a:pt x="9022" y="1367"/>
                    <a:pt x="9004" y="1368"/>
                  </a:cubicBezTo>
                  <a:cubicBezTo>
                    <a:pt x="8475" y="1368"/>
                    <a:pt x="8001" y="1758"/>
                    <a:pt x="7666" y="2204"/>
                  </a:cubicBezTo>
                  <a:cubicBezTo>
                    <a:pt x="7360" y="2678"/>
                    <a:pt x="7220" y="3208"/>
                    <a:pt x="7109" y="3738"/>
                  </a:cubicBezTo>
                  <a:cubicBezTo>
                    <a:pt x="6440" y="7055"/>
                    <a:pt x="6691" y="10539"/>
                    <a:pt x="5492" y="13689"/>
                  </a:cubicBezTo>
                  <a:cubicBezTo>
                    <a:pt x="5074" y="14804"/>
                    <a:pt x="4433" y="15808"/>
                    <a:pt x="3680" y="16672"/>
                  </a:cubicBezTo>
                  <a:cubicBezTo>
                    <a:pt x="2565" y="18038"/>
                    <a:pt x="1" y="19097"/>
                    <a:pt x="1450" y="21104"/>
                  </a:cubicBezTo>
                  <a:cubicBezTo>
                    <a:pt x="2593" y="22693"/>
                    <a:pt x="4656" y="23752"/>
                    <a:pt x="6607" y="23891"/>
                  </a:cubicBezTo>
                  <a:cubicBezTo>
                    <a:pt x="6763" y="23902"/>
                    <a:pt x="6918" y="23907"/>
                    <a:pt x="7073" y="23907"/>
                  </a:cubicBezTo>
                  <a:cubicBezTo>
                    <a:pt x="9833" y="23907"/>
                    <a:pt x="12466" y="22287"/>
                    <a:pt x="14050" y="20017"/>
                  </a:cubicBezTo>
                  <a:cubicBezTo>
                    <a:pt x="15750" y="17619"/>
                    <a:pt x="16391" y="14609"/>
                    <a:pt x="16363" y="11682"/>
                  </a:cubicBezTo>
                  <a:cubicBezTo>
                    <a:pt x="16363" y="8783"/>
                    <a:pt x="15694" y="5912"/>
                    <a:pt x="15053" y="3041"/>
                  </a:cubicBezTo>
                  <a:cubicBezTo>
                    <a:pt x="14914" y="2427"/>
                    <a:pt x="14747" y="1731"/>
                    <a:pt x="14273" y="1312"/>
                  </a:cubicBezTo>
                  <a:cubicBezTo>
                    <a:pt x="14057" y="1133"/>
                    <a:pt x="13769" y="1040"/>
                    <a:pt x="13491" y="1040"/>
                  </a:cubicBezTo>
                  <a:cubicBezTo>
                    <a:pt x="13122" y="1040"/>
                    <a:pt x="12771" y="1202"/>
                    <a:pt x="12628" y="1535"/>
                  </a:cubicBezTo>
                  <a:cubicBezTo>
                    <a:pt x="12795" y="1117"/>
                    <a:pt x="12684" y="616"/>
                    <a:pt x="12349" y="281"/>
                  </a:cubicBezTo>
                  <a:cubicBezTo>
                    <a:pt x="12128" y="94"/>
                    <a:pt x="11854" y="0"/>
                    <a:pt x="1158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24"/>
            <p:cNvSpPr/>
            <p:nvPr/>
          </p:nvSpPr>
          <p:spPr>
            <a:xfrm>
              <a:off x="6726917" y="2827630"/>
              <a:ext cx="265857" cy="551435"/>
            </a:xfrm>
            <a:custGeom>
              <a:rect b="b" l="l" r="r" t="t"/>
              <a:pathLst>
                <a:path extrusionOk="0" h="22146" w="10677">
                  <a:moveTo>
                    <a:pt x="9792" y="0"/>
                  </a:moveTo>
                  <a:cubicBezTo>
                    <a:pt x="9760" y="0"/>
                    <a:pt x="9729" y="3"/>
                    <a:pt x="9701" y="13"/>
                  </a:cubicBezTo>
                  <a:cubicBezTo>
                    <a:pt x="10119" y="2493"/>
                    <a:pt x="10398" y="5030"/>
                    <a:pt x="10342" y="7567"/>
                  </a:cubicBezTo>
                  <a:cubicBezTo>
                    <a:pt x="10203" y="10912"/>
                    <a:pt x="9394" y="13811"/>
                    <a:pt x="7945" y="16152"/>
                  </a:cubicBezTo>
                  <a:cubicBezTo>
                    <a:pt x="6161" y="18968"/>
                    <a:pt x="3234" y="21086"/>
                    <a:pt x="0" y="21978"/>
                  </a:cubicBezTo>
                  <a:cubicBezTo>
                    <a:pt x="140" y="22034"/>
                    <a:pt x="223" y="22118"/>
                    <a:pt x="363" y="22146"/>
                  </a:cubicBezTo>
                  <a:cubicBezTo>
                    <a:pt x="3568" y="21198"/>
                    <a:pt x="6439" y="19079"/>
                    <a:pt x="8168" y="16292"/>
                  </a:cubicBezTo>
                  <a:cubicBezTo>
                    <a:pt x="9673" y="13922"/>
                    <a:pt x="10481" y="10968"/>
                    <a:pt x="10621" y="7567"/>
                  </a:cubicBezTo>
                  <a:cubicBezTo>
                    <a:pt x="10676" y="5030"/>
                    <a:pt x="10398" y="2493"/>
                    <a:pt x="9980" y="13"/>
                  </a:cubicBezTo>
                  <a:cubicBezTo>
                    <a:pt x="9924" y="13"/>
                    <a:pt x="9856" y="0"/>
                    <a:pt x="97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24"/>
            <p:cNvSpPr/>
            <p:nvPr/>
          </p:nvSpPr>
          <p:spPr>
            <a:xfrm>
              <a:off x="6713720" y="2800863"/>
              <a:ext cx="216580" cy="570559"/>
            </a:xfrm>
            <a:custGeom>
              <a:rect b="b" l="l" r="r" t="t"/>
              <a:pathLst>
                <a:path extrusionOk="0" h="22914" w="8698">
                  <a:moveTo>
                    <a:pt x="8280" y="0"/>
                  </a:moveTo>
                  <a:cubicBezTo>
                    <a:pt x="8391" y="3987"/>
                    <a:pt x="8224" y="8865"/>
                    <a:pt x="6635" y="13353"/>
                  </a:cubicBezTo>
                  <a:cubicBezTo>
                    <a:pt x="5297" y="17339"/>
                    <a:pt x="2928" y="20600"/>
                    <a:pt x="1" y="22719"/>
                  </a:cubicBezTo>
                  <a:cubicBezTo>
                    <a:pt x="56" y="22802"/>
                    <a:pt x="168" y="22830"/>
                    <a:pt x="279" y="22914"/>
                  </a:cubicBezTo>
                  <a:cubicBezTo>
                    <a:pt x="3206" y="20740"/>
                    <a:pt x="5576" y="17478"/>
                    <a:pt x="6969" y="13492"/>
                  </a:cubicBezTo>
                  <a:cubicBezTo>
                    <a:pt x="8530" y="8976"/>
                    <a:pt x="8698" y="4042"/>
                    <a:pt x="8642" y="56"/>
                  </a:cubicBezTo>
                  <a:cubicBezTo>
                    <a:pt x="8475" y="0"/>
                    <a:pt x="8363" y="0"/>
                    <a:pt x="82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24"/>
            <p:cNvSpPr/>
            <p:nvPr/>
          </p:nvSpPr>
          <p:spPr>
            <a:xfrm>
              <a:off x="6687351" y="2835573"/>
              <a:ext cx="175620" cy="515729"/>
            </a:xfrm>
            <a:custGeom>
              <a:rect b="b" l="l" r="r" t="t"/>
              <a:pathLst>
                <a:path extrusionOk="0" h="20712" w="7053">
                  <a:moveTo>
                    <a:pt x="6941" y="0"/>
                  </a:moveTo>
                  <a:cubicBezTo>
                    <a:pt x="6830" y="0"/>
                    <a:pt x="6774" y="28"/>
                    <a:pt x="6663" y="28"/>
                  </a:cubicBezTo>
                  <a:cubicBezTo>
                    <a:pt x="6774" y="4154"/>
                    <a:pt x="6356" y="7777"/>
                    <a:pt x="5380" y="11067"/>
                  </a:cubicBezTo>
                  <a:cubicBezTo>
                    <a:pt x="4265" y="14774"/>
                    <a:pt x="2425" y="18036"/>
                    <a:pt x="0" y="20489"/>
                  </a:cubicBezTo>
                  <a:lnTo>
                    <a:pt x="223" y="20712"/>
                  </a:lnTo>
                  <a:cubicBezTo>
                    <a:pt x="2648" y="18203"/>
                    <a:pt x="4544" y="14913"/>
                    <a:pt x="5659" y="11150"/>
                  </a:cubicBezTo>
                  <a:cubicBezTo>
                    <a:pt x="6635" y="7833"/>
                    <a:pt x="7053" y="4182"/>
                    <a:pt x="69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24"/>
            <p:cNvSpPr/>
            <p:nvPr/>
          </p:nvSpPr>
          <p:spPr>
            <a:xfrm>
              <a:off x="6293806" y="2931339"/>
              <a:ext cx="541401" cy="488762"/>
            </a:xfrm>
            <a:custGeom>
              <a:rect b="b" l="l" r="r" t="t"/>
              <a:pathLst>
                <a:path extrusionOk="0" h="19629" w="21743">
                  <a:moveTo>
                    <a:pt x="3234" y="1"/>
                  </a:moveTo>
                  <a:cubicBezTo>
                    <a:pt x="2119" y="1"/>
                    <a:pt x="1004" y="670"/>
                    <a:pt x="502" y="1701"/>
                  </a:cubicBezTo>
                  <a:cubicBezTo>
                    <a:pt x="0" y="2789"/>
                    <a:pt x="167" y="4043"/>
                    <a:pt x="474" y="5186"/>
                  </a:cubicBezTo>
                  <a:cubicBezTo>
                    <a:pt x="1422" y="8921"/>
                    <a:pt x="3512" y="12322"/>
                    <a:pt x="6411" y="14886"/>
                  </a:cubicBezTo>
                  <a:cubicBezTo>
                    <a:pt x="9283" y="17423"/>
                    <a:pt x="12906" y="19068"/>
                    <a:pt x="16753" y="19542"/>
                  </a:cubicBezTo>
                  <a:cubicBezTo>
                    <a:pt x="17205" y="19595"/>
                    <a:pt x="17664" y="19629"/>
                    <a:pt x="18116" y="19629"/>
                  </a:cubicBezTo>
                  <a:cubicBezTo>
                    <a:pt x="18613" y="19629"/>
                    <a:pt x="19102" y="19588"/>
                    <a:pt x="19568" y="19486"/>
                  </a:cubicBezTo>
                  <a:cubicBezTo>
                    <a:pt x="20377" y="19291"/>
                    <a:pt x="21743" y="18845"/>
                    <a:pt x="20516" y="18176"/>
                  </a:cubicBezTo>
                  <a:cubicBezTo>
                    <a:pt x="18788" y="17256"/>
                    <a:pt x="17422" y="16169"/>
                    <a:pt x="16419" y="14413"/>
                  </a:cubicBezTo>
                  <a:cubicBezTo>
                    <a:pt x="15331" y="12517"/>
                    <a:pt x="14885" y="10287"/>
                    <a:pt x="14774" y="8085"/>
                  </a:cubicBezTo>
                  <a:cubicBezTo>
                    <a:pt x="14718" y="7221"/>
                    <a:pt x="14718" y="6301"/>
                    <a:pt x="14495" y="5465"/>
                  </a:cubicBezTo>
                  <a:cubicBezTo>
                    <a:pt x="14244" y="4628"/>
                    <a:pt x="13687" y="3820"/>
                    <a:pt x="12851" y="3513"/>
                  </a:cubicBezTo>
                  <a:cubicBezTo>
                    <a:pt x="12665" y="3445"/>
                    <a:pt x="12467" y="3413"/>
                    <a:pt x="12269" y="3413"/>
                  </a:cubicBezTo>
                  <a:cubicBezTo>
                    <a:pt x="11573" y="3413"/>
                    <a:pt x="10871" y="3810"/>
                    <a:pt x="10676" y="4461"/>
                  </a:cubicBezTo>
                  <a:cubicBezTo>
                    <a:pt x="10453" y="3736"/>
                    <a:pt x="10202" y="2956"/>
                    <a:pt x="9756" y="2287"/>
                  </a:cubicBezTo>
                  <a:cubicBezTo>
                    <a:pt x="9338" y="1646"/>
                    <a:pt x="8697" y="1088"/>
                    <a:pt x="7944" y="893"/>
                  </a:cubicBezTo>
                  <a:cubicBezTo>
                    <a:pt x="7805" y="863"/>
                    <a:pt x="7661" y="848"/>
                    <a:pt x="7518" y="848"/>
                  </a:cubicBezTo>
                  <a:cubicBezTo>
                    <a:pt x="6861" y="848"/>
                    <a:pt x="6207" y="1157"/>
                    <a:pt x="5910" y="1729"/>
                  </a:cubicBezTo>
                  <a:cubicBezTo>
                    <a:pt x="5464" y="726"/>
                    <a:pt x="4376" y="1"/>
                    <a:pt x="32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24"/>
            <p:cNvSpPr/>
            <p:nvPr/>
          </p:nvSpPr>
          <p:spPr>
            <a:xfrm>
              <a:off x="6484665" y="2952877"/>
              <a:ext cx="322081" cy="460899"/>
            </a:xfrm>
            <a:custGeom>
              <a:rect b="b" l="l" r="r" t="t"/>
              <a:pathLst>
                <a:path extrusionOk="0" h="18510" w="12935">
                  <a:moveTo>
                    <a:pt x="1" y="0"/>
                  </a:moveTo>
                  <a:cubicBezTo>
                    <a:pt x="196" y="2620"/>
                    <a:pt x="475" y="5269"/>
                    <a:pt x="1199" y="7833"/>
                  </a:cubicBezTo>
                  <a:cubicBezTo>
                    <a:pt x="2175" y="11234"/>
                    <a:pt x="3820" y="13938"/>
                    <a:pt x="6022" y="15722"/>
                  </a:cubicBezTo>
                  <a:cubicBezTo>
                    <a:pt x="6774" y="16335"/>
                    <a:pt x="7611" y="16865"/>
                    <a:pt x="8558" y="17311"/>
                  </a:cubicBezTo>
                  <a:cubicBezTo>
                    <a:pt x="9757" y="17812"/>
                    <a:pt x="11011" y="18203"/>
                    <a:pt x="12266" y="18509"/>
                  </a:cubicBezTo>
                  <a:cubicBezTo>
                    <a:pt x="12517" y="18426"/>
                    <a:pt x="12712" y="18370"/>
                    <a:pt x="12935" y="18258"/>
                  </a:cubicBezTo>
                  <a:cubicBezTo>
                    <a:pt x="9646" y="17143"/>
                    <a:pt x="6914" y="14774"/>
                    <a:pt x="5715" y="11847"/>
                  </a:cubicBezTo>
                  <a:cubicBezTo>
                    <a:pt x="4489" y="8920"/>
                    <a:pt x="4684" y="5575"/>
                    <a:pt x="4963" y="2565"/>
                  </a:cubicBezTo>
                  <a:cubicBezTo>
                    <a:pt x="4879" y="2537"/>
                    <a:pt x="4795" y="2537"/>
                    <a:pt x="4684" y="2537"/>
                  </a:cubicBezTo>
                  <a:cubicBezTo>
                    <a:pt x="4433" y="5575"/>
                    <a:pt x="4210" y="8948"/>
                    <a:pt x="5464" y="11959"/>
                  </a:cubicBezTo>
                  <a:cubicBezTo>
                    <a:pt x="6607" y="14718"/>
                    <a:pt x="9032" y="16976"/>
                    <a:pt x="11987" y="18203"/>
                  </a:cubicBezTo>
                  <a:cubicBezTo>
                    <a:pt x="9646" y="17645"/>
                    <a:pt x="7722" y="16725"/>
                    <a:pt x="6189" y="15471"/>
                  </a:cubicBezTo>
                  <a:cubicBezTo>
                    <a:pt x="4071" y="13743"/>
                    <a:pt x="2426" y="11039"/>
                    <a:pt x="1506" y="7749"/>
                  </a:cubicBezTo>
                  <a:cubicBezTo>
                    <a:pt x="753" y="5241"/>
                    <a:pt x="475" y="2620"/>
                    <a:pt x="279" y="28"/>
                  </a:cubicBezTo>
                  <a:cubicBezTo>
                    <a:pt x="168" y="0"/>
                    <a:pt x="112" y="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24"/>
            <p:cNvSpPr/>
            <p:nvPr/>
          </p:nvSpPr>
          <p:spPr>
            <a:xfrm>
              <a:off x="6362506" y="2932036"/>
              <a:ext cx="424122" cy="485201"/>
            </a:xfrm>
            <a:custGeom>
              <a:rect b="b" l="l" r="r" t="t"/>
              <a:pathLst>
                <a:path extrusionOk="0" h="19486" w="17033">
                  <a:moveTo>
                    <a:pt x="335" y="1"/>
                  </a:moveTo>
                  <a:cubicBezTo>
                    <a:pt x="224" y="1"/>
                    <a:pt x="168" y="1"/>
                    <a:pt x="56" y="29"/>
                  </a:cubicBezTo>
                  <a:cubicBezTo>
                    <a:pt x="1" y="4712"/>
                    <a:pt x="1952" y="9506"/>
                    <a:pt x="5436" y="13130"/>
                  </a:cubicBezTo>
                  <a:cubicBezTo>
                    <a:pt x="8308" y="16141"/>
                    <a:pt x="12182" y="18343"/>
                    <a:pt x="16559" y="19486"/>
                  </a:cubicBezTo>
                  <a:cubicBezTo>
                    <a:pt x="16642" y="19486"/>
                    <a:pt x="16754" y="19430"/>
                    <a:pt x="16809" y="19430"/>
                  </a:cubicBezTo>
                  <a:cubicBezTo>
                    <a:pt x="16893" y="19430"/>
                    <a:pt x="16949" y="19402"/>
                    <a:pt x="17033" y="19374"/>
                  </a:cubicBezTo>
                  <a:cubicBezTo>
                    <a:pt x="15750" y="19068"/>
                    <a:pt x="14524" y="18677"/>
                    <a:pt x="13464" y="18148"/>
                  </a:cubicBezTo>
                  <a:cubicBezTo>
                    <a:pt x="10426" y="16949"/>
                    <a:pt x="7750" y="15165"/>
                    <a:pt x="5631" y="12963"/>
                  </a:cubicBezTo>
                  <a:cubicBezTo>
                    <a:pt x="2175" y="9367"/>
                    <a:pt x="279" y="4628"/>
                    <a:pt x="3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24"/>
            <p:cNvSpPr/>
            <p:nvPr/>
          </p:nvSpPr>
          <p:spPr>
            <a:xfrm>
              <a:off x="6297268" y="2932036"/>
              <a:ext cx="361648" cy="177711"/>
            </a:xfrm>
            <a:custGeom>
              <a:rect b="b" l="l" r="r" t="t"/>
              <a:pathLst>
                <a:path extrusionOk="0" h="7137" w="14524">
                  <a:moveTo>
                    <a:pt x="3067" y="1"/>
                  </a:moveTo>
                  <a:cubicBezTo>
                    <a:pt x="1952" y="1"/>
                    <a:pt x="837" y="670"/>
                    <a:pt x="335" y="1701"/>
                  </a:cubicBezTo>
                  <a:cubicBezTo>
                    <a:pt x="56" y="2315"/>
                    <a:pt x="0" y="2956"/>
                    <a:pt x="28" y="3625"/>
                  </a:cubicBezTo>
                  <a:cubicBezTo>
                    <a:pt x="840" y="2948"/>
                    <a:pt x="1835" y="2508"/>
                    <a:pt x="2887" y="2508"/>
                  </a:cubicBezTo>
                  <a:cubicBezTo>
                    <a:pt x="2919" y="2508"/>
                    <a:pt x="2951" y="2509"/>
                    <a:pt x="2983" y="2510"/>
                  </a:cubicBezTo>
                  <a:cubicBezTo>
                    <a:pt x="4070" y="2538"/>
                    <a:pt x="5157" y="3151"/>
                    <a:pt x="5659" y="4071"/>
                  </a:cubicBezTo>
                  <a:cubicBezTo>
                    <a:pt x="6093" y="3453"/>
                    <a:pt x="6828" y="3099"/>
                    <a:pt x="7539" y="3099"/>
                  </a:cubicBezTo>
                  <a:cubicBezTo>
                    <a:pt x="7695" y="3099"/>
                    <a:pt x="7850" y="3116"/>
                    <a:pt x="8001" y="3151"/>
                  </a:cubicBezTo>
                  <a:cubicBezTo>
                    <a:pt x="8893" y="3290"/>
                    <a:pt x="9617" y="3903"/>
                    <a:pt x="10063" y="4628"/>
                  </a:cubicBezTo>
                  <a:cubicBezTo>
                    <a:pt x="10509" y="5409"/>
                    <a:pt x="10705" y="6273"/>
                    <a:pt x="10705" y="7137"/>
                  </a:cubicBezTo>
                  <a:cubicBezTo>
                    <a:pt x="10872" y="6691"/>
                    <a:pt x="11011" y="6217"/>
                    <a:pt x="11318" y="5827"/>
                  </a:cubicBezTo>
                  <a:cubicBezTo>
                    <a:pt x="11585" y="5453"/>
                    <a:pt x="12005" y="5156"/>
                    <a:pt x="12481" y="5156"/>
                  </a:cubicBezTo>
                  <a:cubicBezTo>
                    <a:pt x="12502" y="5156"/>
                    <a:pt x="12523" y="5157"/>
                    <a:pt x="12544" y="5158"/>
                  </a:cubicBezTo>
                  <a:cubicBezTo>
                    <a:pt x="13046" y="5158"/>
                    <a:pt x="13520" y="5548"/>
                    <a:pt x="13854" y="5938"/>
                  </a:cubicBezTo>
                  <a:cubicBezTo>
                    <a:pt x="14105" y="6161"/>
                    <a:pt x="14300" y="6412"/>
                    <a:pt x="14523" y="6691"/>
                  </a:cubicBezTo>
                  <a:cubicBezTo>
                    <a:pt x="14496" y="6273"/>
                    <a:pt x="14412" y="5855"/>
                    <a:pt x="14300" y="5464"/>
                  </a:cubicBezTo>
                  <a:cubicBezTo>
                    <a:pt x="14077" y="4628"/>
                    <a:pt x="13520" y="3848"/>
                    <a:pt x="12684" y="3513"/>
                  </a:cubicBezTo>
                  <a:cubicBezTo>
                    <a:pt x="12498" y="3445"/>
                    <a:pt x="12300" y="3413"/>
                    <a:pt x="12102" y="3413"/>
                  </a:cubicBezTo>
                  <a:cubicBezTo>
                    <a:pt x="11406" y="3413"/>
                    <a:pt x="10705" y="3810"/>
                    <a:pt x="10509" y="4461"/>
                  </a:cubicBezTo>
                  <a:cubicBezTo>
                    <a:pt x="10259" y="3736"/>
                    <a:pt x="10036" y="2956"/>
                    <a:pt x="9562" y="2315"/>
                  </a:cubicBezTo>
                  <a:cubicBezTo>
                    <a:pt x="9144" y="1646"/>
                    <a:pt x="8530" y="1088"/>
                    <a:pt x="7750" y="921"/>
                  </a:cubicBezTo>
                  <a:cubicBezTo>
                    <a:pt x="7607" y="884"/>
                    <a:pt x="7458" y="866"/>
                    <a:pt x="7308" y="866"/>
                  </a:cubicBezTo>
                  <a:cubicBezTo>
                    <a:pt x="6669" y="866"/>
                    <a:pt x="6014" y="1192"/>
                    <a:pt x="5743" y="1757"/>
                  </a:cubicBezTo>
                  <a:cubicBezTo>
                    <a:pt x="5297" y="726"/>
                    <a:pt x="4210" y="1"/>
                    <a:pt x="3067" y="1"/>
                  </a:cubicBezTo>
                  <a:close/>
                </a:path>
              </a:pathLst>
            </a:custGeom>
            <a:solidFill>
              <a:srgbClr val="FBF7E4">
                <a:alpha val="2274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24"/>
            <p:cNvSpPr/>
            <p:nvPr/>
          </p:nvSpPr>
          <p:spPr>
            <a:xfrm>
              <a:off x="6888643" y="2920233"/>
              <a:ext cx="2092" cy="4905"/>
            </a:xfrm>
            <a:custGeom>
              <a:rect b="b" l="l" r="r" t="t"/>
              <a:pathLst>
                <a:path extrusionOk="0" h="197" w="84">
                  <a:moveTo>
                    <a:pt x="0" y="1"/>
                  </a:moveTo>
                  <a:cubicBezTo>
                    <a:pt x="0" y="57"/>
                    <a:pt x="0" y="140"/>
                    <a:pt x="56" y="196"/>
                  </a:cubicBezTo>
                  <a:cubicBezTo>
                    <a:pt x="84" y="85"/>
                    <a:pt x="56" y="29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24"/>
            <p:cNvSpPr/>
            <p:nvPr/>
          </p:nvSpPr>
          <p:spPr>
            <a:xfrm>
              <a:off x="6801866" y="2801535"/>
              <a:ext cx="213119" cy="169395"/>
            </a:xfrm>
            <a:custGeom>
              <a:rect b="b" l="l" r="r" t="t"/>
              <a:pathLst>
                <a:path extrusionOk="0" h="6803" w="8559">
                  <a:moveTo>
                    <a:pt x="4879" y="1"/>
                  </a:moveTo>
                  <a:cubicBezTo>
                    <a:pt x="4708" y="1"/>
                    <a:pt x="4536" y="39"/>
                    <a:pt x="4377" y="113"/>
                  </a:cubicBezTo>
                  <a:cubicBezTo>
                    <a:pt x="3625" y="503"/>
                    <a:pt x="3485" y="1479"/>
                    <a:pt x="3485" y="2315"/>
                  </a:cubicBezTo>
                  <a:cubicBezTo>
                    <a:pt x="3457" y="1757"/>
                    <a:pt x="2872" y="1367"/>
                    <a:pt x="2314" y="1367"/>
                  </a:cubicBezTo>
                  <a:cubicBezTo>
                    <a:pt x="1757" y="1423"/>
                    <a:pt x="1255" y="1757"/>
                    <a:pt x="976" y="2203"/>
                  </a:cubicBezTo>
                  <a:cubicBezTo>
                    <a:pt x="670" y="2677"/>
                    <a:pt x="530" y="3235"/>
                    <a:pt x="419" y="3737"/>
                  </a:cubicBezTo>
                  <a:cubicBezTo>
                    <a:pt x="224" y="4768"/>
                    <a:pt x="112" y="5772"/>
                    <a:pt x="1" y="6803"/>
                  </a:cubicBezTo>
                  <a:cubicBezTo>
                    <a:pt x="419" y="6190"/>
                    <a:pt x="893" y="5632"/>
                    <a:pt x="1367" y="5075"/>
                  </a:cubicBezTo>
                  <a:cubicBezTo>
                    <a:pt x="1673" y="4712"/>
                    <a:pt x="2064" y="4350"/>
                    <a:pt x="2510" y="4266"/>
                  </a:cubicBezTo>
                  <a:cubicBezTo>
                    <a:pt x="2554" y="4260"/>
                    <a:pt x="2599" y="4257"/>
                    <a:pt x="2645" y="4257"/>
                  </a:cubicBezTo>
                  <a:cubicBezTo>
                    <a:pt x="3002" y="4257"/>
                    <a:pt x="3386" y="4447"/>
                    <a:pt x="3485" y="4768"/>
                  </a:cubicBezTo>
                  <a:cubicBezTo>
                    <a:pt x="3457" y="4210"/>
                    <a:pt x="3931" y="3597"/>
                    <a:pt x="4489" y="3569"/>
                  </a:cubicBezTo>
                  <a:cubicBezTo>
                    <a:pt x="4503" y="3569"/>
                    <a:pt x="4518" y="3568"/>
                    <a:pt x="4533" y="3568"/>
                  </a:cubicBezTo>
                  <a:cubicBezTo>
                    <a:pt x="5183" y="3568"/>
                    <a:pt x="5742" y="4169"/>
                    <a:pt x="5687" y="4824"/>
                  </a:cubicBezTo>
                  <a:cubicBezTo>
                    <a:pt x="5966" y="4266"/>
                    <a:pt x="6551" y="3960"/>
                    <a:pt x="7137" y="3820"/>
                  </a:cubicBezTo>
                  <a:cubicBezTo>
                    <a:pt x="7406" y="3760"/>
                    <a:pt x="7659" y="3733"/>
                    <a:pt x="7908" y="3733"/>
                  </a:cubicBezTo>
                  <a:cubicBezTo>
                    <a:pt x="8125" y="3733"/>
                    <a:pt x="8339" y="3754"/>
                    <a:pt x="8558" y="3792"/>
                  </a:cubicBezTo>
                  <a:cubicBezTo>
                    <a:pt x="8475" y="3541"/>
                    <a:pt x="8447" y="3291"/>
                    <a:pt x="8363" y="3040"/>
                  </a:cubicBezTo>
                  <a:cubicBezTo>
                    <a:pt x="8224" y="2426"/>
                    <a:pt x="8057" y="1730"/>
                    <a:pt x="7583" y="1311"/>
                  </a:cubicBezTo>
                  <a:cubicBezTo>
                    <a:pt x="7365" y="1130"/>
                    <a:pt x="7064" y="1033"/>
                    <a:pt x="6776" y="1033"/>
                  </a:cubicBezTo>
                  <a:cubicBezTo>
                    <a:pt x="6425" y="1033"/>
                    <a:pt x="6095" y="1178"/>
                    <a:pt x="5963" y="1494"/>
                  </a:cubicBezTo>
                  <a:lnTo>
                    <a:pt x="5963" y="1494"/>
                  </a:lnTo>
                  <a:cubicBezTo>
                    <a:pt x="6093" y="1088"/>
                    <a:pt x="5976" y="598"/>
                    <a:pt x="5659" y="308"/>
                  </a:cubicBezTo>
                  <a:cubicBezTo>
                    <a:pt x="5435" y="101"/>
                    <a:pt x="5157" y="1"/>
                    <a:pt x="4879" y="1"/>
                  </a:cubicBezTo>
                  <a:close/>
                </a:path>
              </a:pathLst>
            </a:custGeom>
            <a:solidFill>
              <a:srgbClr val="FBF7E4">
                <a:alpha val="2274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24"/>
            <p:cNvSpPr/>
            <p:nvPr/>
          </p:nvSpPr>
          <p:spPr>
            <a:xfrm>
              <a:off x="6357650" y="3069484"/>
              <a:ext cx="123579" cy="158912"/>
            </a:xfrm>
            <a:custGeom>
              <a:rect b="b" l="l" r="r" t="t"/>
              <a:pathLst>
                <a:path extrusionOk="0" h="6382" w="4963">
                  <a:moveTo>
                    <a:pt x="1378" y="1"/>
                  </a:moveTo>
                  <a:cubicBezTo>
                    <a:pt x="1284" y="1"/>
                    <a:pt x="1187" y="10"/>
                    <a:pt x="1088" y="28"/>
                  </a:cubicBezTo>
                  <a:cubicBezTo>
                    <a:pt x="614" y="84"/>
                    <a:pt x="251" y="335"/>
                    <a:pt x="168" y="836"/>
                  </a:cubicBezTo>
                  <a:cubicBezTo>
                    <a:pt x="1" y="2035"/>
                    <a:pt x="530" y="3485"/>
                    <a:pt x="1199" y="4488"/>
                  </a:cubicBezTo>
                  <a:cubicBezTo>
                    <a:pt x="1673" y="5101"/>
                    <a:pt x="2203" y="5631"/>
                    <a:pt x="2844" y="6021"/>
                  </a:cubicBezTo>
                  <a:cubicBezTo>
                    <a:pt x="3156" y="6212"/>
                    <a:pt x="3565" y="6381"/>
                    <a:pt x="3944" y="6381"/>
                  </a:cubicBezTo>
                  <a:cubicBezTo>
                    <a:pt x="4174" y="6381"/>
                    <a:pt x="4393" y="6319"/>
                    <a:pt x="4572" y="6161"/>
                  </a:cubicBezTo>
                  <a:cubicBezTo>
                    <a:pt x="4962" y="5798"/>
                    <a:pt x="4962" y="5213"/>
                    <a:pt x="4879" y="4683"/>
                  </a:cubicBezTo>
                  <a:cubicBezTo>
                    <a:pt x="4656" y="3262"/>
                    <a:pt x="3987" y="1896"/>
                    <a:pt x="2927" y="836"/>
                  </a:cubicBezTo>
                  <a:cubicBezTo>
                    <a:pt x="2516" y="377"/>
                    <a:pt x="2000" y="1"/>
                    <a:pt x="1378" y="1"/>
                  </a:cubicBezTo>
                  <a:close/>
                </a:path>
              </a:pathLst>
            </a:custGeom>
            <a:solidFill>
              <a:srgbClr val="FBF7E4">
                <a:alpha val="2274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24"/>
            <p:cNvSpPr/>
            <p:nvPr/>
          </p:nvSpPr>
          <p:spPr>
            <a:xfrm>
              <a:off x="6964289" y="3024365"/>
              <a:ext cx="68052" cy="233935"/>
            </a:xfrm>
            <a:custGeom>
              <a:rect b="b" l="l" r="r" t="t"/>
              <a:pathLst>
                <a:path extrusionOk="0" fill="none" h="9395" w="2733">
                  <a:moveTo>
                    <a:pt x="2203" y="0"/>
                  </a:moveTo>
                  <a:cubicBezTo>
                    <a:pt x="2732" y="3262"/>
                    <a:pt x="1924" y="6718"/>
                    <a:pt x="1" y="9394"/>
                  </a:cubicBezTo>
                </a:path>
              </a:pathLst>
            </a:custGeom>
            <a:noFill/>
            <a:ln cap="rnd" cmpd="sng" w="9525">
              <a:solidFill>
                <a:srgbClr val="2A3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24"/>
            <p:cNvSpPr/>
            <p:nvPr/>
          </p:nvSpPr>
          <p:spPr>
            <a:xfrm>
              <a:off x="6913617" y="3302000"/>
              <a:ext cx="30577" cy="24327"/>
            </a:xfrm>
            <a:custGeom>
              <a:rect b="b" l="l" r="r" t="t"/>
              <a:pathLst>
                <a:path extrusionOk="0" fill="none" h="977" w="1228">
                  <a:moveTo>
                    <a:pt x="1227" y="0"/>
                  </a:moveTo>
                  <a:cubicBezTo>
                    <a:pt x="809" y="307"/>
                    <a:pt x="447" y="642"/>
                    <a:pt x="1" y="976"/>
                  </a:cubicBezTo>
                </a:path>
              </a:pathLst>
            </a:custGeom>
            <a:noFill/>
            <a:ln cap="rnd" cmpd="sng" w="9525">
              <a:solidFill>
                <a:srgbClr val="2A3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24"/>
            <p:cNvSpPr/>
            <p:nvPr/>
          </p:nvSpPr>
          <p:spPr>
            <a:xfrm>
              <a:off x="6531178" y="3330461"/>
              <a:ext cx="98579" cy="52066"/>
            </a:xfrm>
            <a:custGeom>
              <a:rect b="b" l="l" r="r" t="t"/>
              <a:pathLst>
                <a:path extrusionOk="0" fill="none" h="2091" w="3959">
                  <a:moveTo>
                    <a:pt x="0" y="0"/>
                  </a:moveTo>
                  <a:cubicBezTo>
                    <a:pt x="1060" y="1087"/>
                    <a:pt x="2453" y="1812"/>
                    <a:pt x="3959" y="2091"/>
                  </a:cubicBezTo>
                </a:path>
              </a:pathLst>
            </a:custGeom>
            <a:noFill/>
            <a:ln cap="rnd" cmpd="sng" w="9525">
              <a:solidFill>
                <a:srgbClr val="2A3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24"/>
            <p:cNvSpPr/>
            <p:nvPr/>
          </p:nvSpPr>
          <p:spPr>
            <a:xfrm>
              <a:off x="6751892" y="2555149"/>
              <a:ext cx="613611" cy="1061611"/>
            </a:xfrm>
            <a:custGeom>
              <a:rect b="b" l="l" r="r" t="t"/>
              <a:pathLst>
                <a:path extrusionOk="0" h="42635" w="24643">
                  <a:moveTo>
                    <a:pt x="13214" y="1"/>
                  </a:moveTo>
                  <a:cubicBezTo>
                    <a:pt x="13130" y="419"/>
                    <a:pt x="13102" y="642"/>
                    <a:pt x="13019" y="1088"/>
                  </a:cubicBezTo>
                  <a:cubicBezTo>
                    <a:pt x="12823" y="2426"/>
                    <a:pt x="12071" y="3597"/>
                    <a:pt x="10984" y="4293"/>
                  </a:cubicBezTo>
                  <a:cubicBezTo>
                    <a:pt x="8921" y="5631"/>
                    <a:pt x="5604" y="8168"/>
                    <a:pt x="4879" y="12015"/>
                  </a:cubicBezTo>
                  <a:cubicBezTo>
                    <a:pt x="3346" y="20322"/>
                    <a:pt x="1785" y="28628"/>
                    <a:pt x="252" y="36963"/>
                  </a:cubicBezTo>
                  <a:cubicBezTo>
                    <a:pt x="1" y="38357"/>
                    <a:pt x="976" y="39890"/>
                    <a:pt x="2426" y="40252"/>
                  </a:cubicBezTo>
                  <a:cubicBezTo>
                    <a:pt x="5158" y="41005"/>
                    <a:pt x="6468" y="41284"/>
                    <a:pt x="9088" y="41730"/>
                  </a:cubicBezTo>
                  <a:cubicBezTo>
                    <a:pt x="11736" y="42176"/>
                    <a:pt x="13019" y="42343"/>
                    <a:pt x="15722" y="42622"/>
                  </a:cubicBezTo>
                  <a:cubicBezTo>
                    <a:pt x="15809" y="42630"/>
                    <a:pt x="15895" y="42634"/>
                    <a:pt x="15981" y="42634"/>
                  </a:cubicBezTo>
                  <a:cubicBezTo>
                    <a:pt x="17309" y="42634"/>
                    <a:pt x="18555" y="41645"/>
                    <a:pt x="18817" y="40336"/>
                  </a:cubicBezTo>
                  <a:cubicBezTo>
                    <a:pt x="20378" y="32169"/>
                    <a:pt x="22301" y="24085"/>
                    <a:pt x="23890" y="15945"/>
                  </a:cubicBezTo>
                  <a:cubicBezTo>
                    <a:pt x="24643" y="12071"/>
                    <a:pt x="22468" y="8224"/>
                    <a:pt x="20935" y="6189"/>
                  </a:cubicBezTo>
                  <a:cubicBezTo>
                    <a:pt x="20099" y="5074"/>
                    <a:pt x="19792" y="3680"/>
                    <a:pt x="19987" y="2314"/>
                  </a:cubicBezTo>
                  <a:cubicBezTo>
                    <a:pt x="20071" y="1868"/>
                    <a:pt x="20099" y="1645"/>
                    <a:pt x="20182" y="1199"/>
                  </a:cubicBezTo>
                  <a:cubicBezTo>
                    <a:pt x="18789" y="948"/>
                    <a:pt x="18092" y="865"/>
                    <a:pt x="16698" y="614"/>
                  </a:cubicBezTo>
                  <a:cubicBezTo>
                    <a:pt x="15304" y="363"/>
                    <a:pt x="14607" y="251"/>
                    <a:pt x="1321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24"/>
            <p:cNvSpPr/>
            <p:nvPr/>
          </p:nvSpPr>
          <p:spPr>
            <a:xfrm>
              <a:off x="7057987" y="2500120"/>
              <a:ext cx="219369" cy="116582"/>
            </a:xfrm>
            <a:custGeom>
              <a:rect b="b" l="l" r="r" t="t"/>
              <a:pathLst>
                <a:path extrusionOk="0" h="4682" w="8810">
                  <a:moveTo>
                    <a:pt x="1028" y="1"/>
                  </a:moveTo>
                  <a:cubicBezTo>
                    <a:pt x="748" y="1"/>
                    <a:pt x="469" y="233"/>
                    <a:pt x="419" y="510"/>
                  </a:cubicBezTo>
                  <a:cubicBezTo>
                    <a:pt x="307" y="1179"/>
                    <a:pt x="224" y="1848"/>
                    <a:pt x="84" y="2517"/>
                  </a:cubicBezTo>
                  <a:cubicBezTo>
                    <a:pt x="1" y="2824"/>
                    <a:pt x="224" y="3130"/>
                    <a:pt x="558" y="3214"/>
                  </a:cubicBezTo>
                  <a:cubicBezTo>
                    <a:pt x="2900" y="3688"/>
                    <a:pt x="5269" y="4190"/>
                    <a:pt x="7611" y="4664"/>
                  </a:cubicBezTo>
                  <a:cubicBezTo>
                    <a:pt x="7655" y="4676"/>
                    <a:pt x="7699" y="4681"/>
                    <a:pt x="7743" y="4681"/>
                  </a:cubicBezTo>
                  <a:cubicBezTo>
                    <a:pt x="8008" y="4681"/>
                    <a:pt x="8264" y="4476"/>
                    <a:pt x="8335" y="4190"/>
                  </a:cubicBezTo>
                  <a:cubicBezTo>
                    <a:pt x="8475" y="3409"/>
                    <a:pt x="8614" y="2712"/>
                    <a:pt x="8754" y="1960"/>
                  </a:cubicBezTo>
                  <a:cubicBezTo>
                    <a:pt x="8809" y="1597"/>
                    <a:pt x="8614" y="1291"/>
                    <a:pt x="8252" y="1207"/>
                  </a:cubicBezTo>
                  <a:lnTo>
                    <a:pt x="1116" y="8"/>
                  </a:lnTo>
                  <a:cubicBezTo>
                    <a:pt x="1087" y="3"/>
                    <a:pt x="1058" y="1"/>
                    <a:pt x="10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24"/>
            <p:cNvSpPr/>
            <p:nvPr/>
          </p:nvSpPr>
          <p:spPr>
            <a:xfrm>
              <a:off x="6784511" y="2839906"/>
              <a:ext cx="519215" cy="745506"/>
            </a:xfrm>
            <a:custGeom>
              <a:rect b="b" l="l" r="r" t="t"/>
              <a:pathLst>
                <a:path extrusionOk="0" h="29940" w="20852">
                  <a:moveTo>
                    <a:pt x="8120" y="1"/>
                  </a:moveTo>
                  <a:cubicBezTo>
                    <a:pt x="6965" y="1"/>
                    <a:pt x="5866" y="328"/>
                    <a:pt x="4768" y="718"/>
                  </a:cubicBezTo>
                  <a:lnTo>
                    <a:pt x="4768" y="774"/>
                  </a:lnTo>
                  <a:lnTo>
                    <a:pt x="3987" y="5039"/>
                  </a:lnTo>
                  <a:cubicBezTo>
                    <a:pt x="2677" y="11924"/>
                    <a:pt x="1395" y="18837"/>
                    <a:pt x="140" y="25722"/>
                  </a:cubicBezTo>
                  <a:cubicBezTo>
                    <a:pt x="1" y="26475"/>
                    <a:pt x="642" y="27367"/>
                    <a:pt x="1450" y="27562"/>
                  </a:cubicBezTo>
                  <a:cubicBezTo>
                    <a:pt x="3876" y="28231"/>
                    <a:pt x="5130" y="28510"/>
                    <a:pt x="7276" y="28900"/>
                  </a:cubicBezTo>
                  <a:lnTo>
                    <a:pt x="7973" y="29039"/>
                  </a:lnTo>
                  <a:cubicBezTo>
                    <a:pt x="10649" y="29513"/>
                    <a:pt x="11959" y="29653"/>
                    <a:pt x="14496" y="29931"/>
                  </a:cubicBezTo>
                  <a:cubicBezTo>
                    <a:pt x="14546" y="29937"/>
                    <a:pt x="14596" y="29939"/>
                    <a:pt x="14646" y="29939"/>
                  </a:cubicBezTo>
                  <a:cubicBezTo>
                    <a:pt x="15381" y="29939"/>
                    <a:pt x="16122" y="29380"/>
                    <a:pt x="16252" y="28649"/>
                  </a:cubicBezTo>
                  <a:cubicBezTo>
                    <a:pt x="17033" y="24468"/>
                    <a:pt x="17953" y="20259"/>
                    <a:pt x="18817" y="16189"/>
                  </a:cubicBezTo>
                  <a:cubicBezTo>
                    <a:pt x="19486" y="13039"/>
                    <a:pt x="20183" y="9806"/>
                    <a:pt x="20852" y="6600"/>
                  </a:cubicBezTo>
                  <a:cubicBezTo>
                    <a:pt x="19737" y="6377"/>
                    <a:pt x="18649" y="6015"/>
                    <a:pt x="17646" y="5401"/>
                  </a:cubicBezTo>
                  <a:cubicBezTo>
                    <a:pt x="16113" y="4537"/>
                    <a:pt x="14831" y="3283"/>
                    <a:pt x="13381" y="2168"/>
                  </a:cubicBezTo>
                  <a:cubicBezTo>
                    <a:pt x="11987" y="1081"/>
                    <a:pt x="10398" y="105"/>
                    <a:pt x="8614" y="21"/>
                  </a:cubicBezTo>
                  <a:cubicBezTo>
                    <a:pt x="8448" y="8"/>
                    <a:pt x="8284" y="1"/>
                    <a:pt x="8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24"/>
            <p:cNvSpPr/>
            <p:nvPr/>
          </p:nvSpPr>
          <p:spPr>
            <a:xfrm>
              <a:off x="6925420" y="3011940"/>
              <a:ext cx="88868" cy="93848"/>
            </a:xfrm>
            <a:custGeom>
              <a:rect b="b" l="l" r="r" t="t"/>
              <a:pathLst>
                <a:path extrusionOk="0" h="3769" w="3569">
                  <a:moveTo>
                    <a:pt x="2316" y="1"/>
                  </a:moveTo>
                  <a:cubicBezTo>
                    <a:pt x="1762" y="1"/>
                    <a:pt x="1153" y="456"/>
                    <a:pt x="809" y="778"/>
                  </a:cubicBezTo>
                  <a:cubicBezTo>
                    <a:pt x="335" y="1196"/>
                    <a:pt x="1" y="1754"/>
                    <a:pt x="56" y="2367"/>
                  </a:cubicBezTo>
                  <a:cubicBezTo>
                    <a:pt x="135" y="3154"/>
                    <a:pt x="880" y="3768"/>
                    <a:pt x="1665" y="3768"/>
                  </a:cubicBezTo>
                  <a:cubicBezTo>
                    <a:pt x="1714" y="3768"/>
                    <a:pt x="1763" y="3766"/>
                    <a:pt x="1812" y="3761"/>
                  </a:cubicBezTo>
                  <a:cubicBezTo>
                    <a:pt x="2649" y="3677"/>
                    <a:pt x="3346" y="2980"/>
                    <a:pt x="3485" y="2172"/>
                  </a:cubicBezTo>
                  <a:cubicBezTo>
                    <a:pt x="3569" y="1503"/>
                    <a:pt x="3346" y="527"/>
                    <a:pt x="2788" y="137"/>
                  </a:cubicBezTo>
                  <a:cubicBezTo>
                    <a:pt x="2641" y="41"/>
                    <a:pt x="2481" y="1"/>
                    <a:pt x="23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24"/>
            <p:cNvSpPr/>
            <p:nvPr/>
          </p:nvSpPr>
          <p:spPr>
            <a:xfrm>
              <a:off x="7030971" y="2956587"/>
              <a:ext cx="69396" cy="36553"/>
            </a:xfrm>
            <a:custGeom>
              <a:rect b="b" l="l" r="r" t="t"/>
              <a:pathLst>
                <a:path extrusionOk="0" h="1468" w="2787">
                  <a:moveTo>
                    <a:pt x="1344" y="0"/>
                  </a:moveTo>
                  <a:cubicBezTo>
                    <a:pt x="796" y="0"/>
                    <a:pt x="1" y="138"/>
                    <a:pt x="249" y="771"/>
                  </a:cubicBezTo>
                  <a:cubicBezTo>
                    <a:pt x="361" y="1078"/>
                    <a:pt x="640" y="1329"/>
                    <a:pt x="946" y="1412"/>
                  </a:cubicBezTo>
                  <a:cubicBezTo>
                    <a:pt x="1058" y="1468"/>
                    <a:pt x="1169" y="1468"/>
                    <a:pt x="1253" y="1468"/>
                  </a:cubicBezTo>
                  <a:cubicBezTo>
                    <a:pt x="2201" y="1468"/>
                    <a:pt x="2786" y="269"/>
                    <a:pt x="1671" y="18"/>
                  </a:cubicBezTo>
                  <a:cubicBezTo>
                    <a:pt x="1587" y="8"/>
                    <a:pt x="1472" y="0"/>
                    <a:pt x="134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24"/>
            <p:cNvSpPr/>
            <p:nvPr/>
          </p:nvSpPr>
          <p:spPr>
            <a:xfrm>
              <a:off x="7063540" y="3239650"/>
              <a:ext cx="105925" cy="88071"/>
            </a:xfrm>
            <a:custGeom>
              <a:rect b="b" l="l" r="r" t="t"/>
              <a:pathLst>
                <a:path extrusionOk="0" h="3537" w="4254">
                  <a:moveTo>
                    <a:pt x="1472" y="0"/>
                  </a:moveTo>
                  <a:cubicBezTo>
                    <a:pt x="739" y="0"/>
                    <a:pt x="62" y="323"/>
                    <a:pt x="29" y="1166"/>
                  </a:cubicBezTo>
                  <a:cubicBezTo>
                    <a:pt x="1" y="2170"/>
                    <a:pt x="753" y="3118"/>
                    <a:pt x="1645" y="3424"/>
                  </a:cubicBezTo>
                  <a:cubicBezTo>
                    <a:pt x="1883" y="3501"/>
                    <a:pt x="2103" y="3537"/>
                    <a:pt x="2302" y="3537"/>
                  </a:cubicBezTo>
                  <a:cubicBezTo>
                    <a:pt x="3906" y="3537"/>
                    <a:pt x="4254" y="1275"/>
                    <a:pt x="2816" y="358"/>
                  </a:cubicBezTo>
                  <a:cubicBezTo>
                    <a:pt x="2453" y="138"/>
                    <a:pt x="1950" y="0"/>
                    <a:pt x="1472" y="0"/>
                  </a:cubicBezTo>
                  <a:close/>
                </a:path>
              </a:pathLst>
            </a:custGeom>
            <a:solidFill>
              <a:srgbClr val="EAE7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24"/>
            <p:cNvSpPr/>
            <p:nvPr/>
          </p:nvSpPr>
          <p:spPr>
            <a:xfrm>
              <a:off x="7117000" y="3163880"/>
              <a:ext cx="58316" cy="55851"/>
            </a:xfrm>
            <a:custGeom>
              <a:rect b="b" l="l" r="r" t="t"/>
              <a:pathLst>
                <a:path extrusionOk="0" h="2243" w="2342">
                  <a:moveTo>
                    <a:pt x="1023" y="0"/>
                  </a:moveTo>
                  <a:cubicBezTo>
                    <a:pt x="749" y="0"/>
                    <a:pt x="480" y="95"/>
                    <a:pt x="279" y="307"/>
                  </a:cubicBezTo>
                  <a:cubicBezTo>
                    <a:pt x="84" y="558"/>
                    <a:pt x="0" y="892"/>
                    <a:pt x="84" y="1227"/>
                  </a:cubicBezTo>
                  <a:cubicBezTo>
                    <a:pt x="140" y="1533"/>
                    <a:pt x="335" y="1812"/>
                    <a:pt x="641" y="1979"/>
                  </a:cubicBezTo>
                  <a:cubicBezTo>
                    <a:pt x="830" y="2121"/>
                    <a:pt x="1099" y="2243"/>
                    <a:pt x="1363" y="2243"/>
                  </a:cubicBezTo>
                  <a:cubicBezTo>
                    <a:pt x="1411" y="2243"/>
                    <a:pt x="1459" y="2239"/>
                    <a:pt x="1505" y="2230"/>
                  </a:cubicBezTo>
                  <a:cubicBezTo>
                    <a:pt x="1701" y="2202"/>
                    <a:pt x="1896" y="2063"/>
                    <a:pt x="2035" y="1868"/>
                  </a:cubicBezTo>
                  <a:cubicBezTo>
                    <a:pt x="2258" y="1533"/>
                    <a:pt x="2342" y="1032"/>
                    <a:pt x="2119" y="669"/>
                  </a:cubicBezTo>
                  <a:cubicBezTo>
                    <a:pt x="1928" y="254"/>
                    <a:pt x="1470" y="0"/>
                    <a:pt x="1023" y="0"/>
                  </a:cubicBezTo>
                  <a:close/>
                </a:path>
              </a:pathLst>
            </a:custGeom>
            <a:solidFill>
              <a:srgbClr val="EAE7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24"/>
            <p:cNvSpPr/>
            <p:nvPr/>
          </p:nvSpPr>
          <p:spPr>
            <a:xfrm>
              <a:off x="6933761" y="3218909"/>
              <a:ext cx="85058" cy="67803"/>
            </a:xfrm>
            <a:custGeom>
              <a:rect b="b" l="l" r="r" t="t"/>
              <a:pathLst>
                <a:path extrusionOk="0" h="2723" w="3416">
                  <a:moveTo>
                    <a:pt x="1551" y="1"/>
                  </a:moveTo>
                  <a:cubicBezTo>
                    <a:pt x="854" y="1"/>
                    <a:pt x="190" y="467"/>
                    <a:pt x="112" y="1247"/>
                  </a:cubicBezTo>
                  <a:cubicBezTo>
                    <a:pt x="0" y="2167"/>
                    <a:pt x="892" y="2557"/>
                    <a:pt x="1645" y="2696"/>
                  </a:cubicBezTo>
                  <a:cubicBezTo>
                    <a:pt x="1737" y="2714"/>
                    <a:pt x="1825" y="2723"/>
                    <a:pt x="1909" y="2723"/>
                  </a:cubicBezTo>
                  <a:cubicBezTo>
                    <a:pt x="3114" y="2723"/>
                    <a:pt x="3416" y="949"/>
                    <a:pt x="2425" y="271"/>
                  </a:cubicBezTo>
                  <a:cubicBezTo>
                    <a:pt x="2157" y="87"/>
                    <a:pt x="1851" y="1"/>
                    <a:pt x="1551" y="1"/>
                  </a:cubicBezTo>
                  <a:close/>
                </a:path>
              </a:pathLst>
            </a:custGeom>
            <a:solidFill>
              <a:srgbClr val="EAE7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24"/>
            <p:cNvSpPr/>
            <p:nvPr/>
          </p:nvSpPr>
          <p:spPr>
            <a:xfrm>
              <a:off x="7144341" y="3045854"/>
              <a:ext cx="49028" cy="50024"/>
            </a:xfrm>
            <a:custGeom>
              <a:rect b="b" l="l" r="r" t="t"/>
              <a:pathLst>
                <a:path extrusionOk="0" h="2009" w="1969">
                  <a:moveTo>
                    <a:pt x="1112" y="0"/>
                  </a:moveTo>
                  <a:cubicBezTo>
                    <a:pt x="554" y="0"/>
                    <a:pt x="1" y="730"/>
                    <a:pt x="101" y="1256"/>
                  </a:cubicBezTo>
                  <a:cubicBezTo>
                    <a:pt x="129" y="1590"/>
                    <a:pt x="407" y="1869"/>
                    <a:pt x="714" y="1981"/>
                  </a:cubicBezTo>
                  <a:cubicBezTo>
                    <a:pt x="777" y="1999"/>
                    <a:pt x="841" y="2008"/>
                    <a:pt x="905" y="2008"/>
                  </a:cubicBezTo>
                  <a:cubicBezTo>
                    <a:pt x="1127" y="2008"/>
                    <a:pt x="1350" y="1902"/>
                    <a:pt x="1522" y="1730"/>
                  </a:cubicBezTo>
                  <a:cubicBezTo>
                    <a:pt x="1941" y="1312"/>
                    <a:pt x="1968" y="280"/>
                    <a:pt x="1299" y="29"/>
                  </a:cubicBezTo>
                  <a:cubicBezTo>
                    <a:pt x="1238" y="10"/>
                    <a:pt x="1175" y="0"/>
                    <a:pt x="1112" y="0"/>
                  </a:cubicBezTo>
                  <a:close/>
                </a:path>
              </a:pathLst>
            </a:custGeom>
            <a:solidFill>
              <a:srgbClr val="EAE7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24"/>
            <p:cNvSpPr/>
            <p:nvPr/>
          </p:nvSpPr>
          <p:spPr>
            <a:xfrm>
              <a:off x="7011250" y="3330311"/>
              <a:ext cx="50921" cy="43650"/>
            </a:xfrm>
            <a:custGeom>
              <a:rect b="b" l="l" r="r" t="t"/>
              <a:pathLst>
                <a:path extrusionOk="0" h="1753" w="2045">
                  <a:moveTo>
                    <a:pt x="685" y="1"/>
                  </a:moveTo>
                  <a:cubicBezTo>
                    <a:pt x="28" y="1"/>
                    <a:pt x="0" y="1055"/>
                    <a:pt x="456" y="1512"/>
                  </a:cubicBezTo>
                  <a:cubicBezTo>
                    <a:pt x="627" y="1668"/>
                    <a:pt x="856" y="1752"/>
                    <a:pt x="1073" y="1752"/>
                  </a:cubicBezTo>
                  <a:cubicBezTo>
                    <a:pt x="1280" y="1752"/>
                    <a:pt x="1476" y="1675"/>
                    <a:pt x="1599" y="1512"/>
                  </a:cubicBezTo>
                  <a:cubicBezTo>
                    <a:pt x="2045" y="982"/>
                    <a:pt x="1460" y="174"/>
                    <a:pt x="902" y="34"/>
                  </a:cubicBezTo>
                  <a:cubicBezTo>
                    <a:pt x="823" y="11"/>
                    <a:pt x="751" y="1"/>
                    <a:pt x="685" y="1"/>
                  </a:cubicBezTo>
                  <a:close/>
                </a:path>
              </a:pathLst>
            </a:custGeom>
            <a:solidFill>
              <a:srgbClr val="EAE7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24"/>
            <p:cNvSpPr/>
            <p:nvPr/>
          </p:nvSpPr>
          <p:spPr>
            <a:xfrm>
              <a:off x="6899748" y="3425878"/>
              <a:ext cx="83241" cy="40114"/>
            </a:xfrm>
            <a:custGeom>
              <a:rect b="b" l="l" r="r" t="t"/>
              <a:pathLst>
                <a:path extrusionOk="0" h="1611" w="3343">
                  <a:moveTo>
                    <a:pt x="1204" y="1"/>
                  </a:moveTo>
                  <a:cubicBezTo>
                    <a:pt x="521" y="1"/>
                    <a:pt x="1" y="319"/>
                    <a:pt x="641" y="1102"/>
                  </a:cubicBezTo>
                  <a:cubicBezTo>
                    <a:pt x="864" y="1353"/>
                    <a:pt x="1143" y="1492"/>
                    <a:pt x="1450" y="1576"/>
                  </a:cubicBezTo>
                  <a:cubicBezTo>
                    <a:pt x="1505" y="1576"/>
                    <a:pt x="1589" y="1604"/>
                    <a:pt x="1617" y="1604"/>
                  </a:cubicBezTo>
                  <a:cubicBezTo>
                    <a:pt x="1661" y="1608"/>
                    <a:pt x="1705" y="1611"/>
                    <a:pt x="1749" y="1611"/>
                  </a:cubicBezTo>
                  <a:cubicBezTo>
                    <a:pt x="1983" y="1611"/>
                    <a:pt x="2210" y="1545"/>
                    <a:pt x="2397" y="1381"/>
                  </a:cubicBezTo>
                  <a:cubicBezTo>
                    <a:pt x="3342" y="580"/>
                    <a:pt x="2126" y="1"/>
                    <a:pt x="1204" y="1"/>
                  </a:cubicBezTo>
                  <a:close/>
                </a:path>
              </a:pathLst>
            </a:custGeom>
            <a:solidFill>
              <a:srgbClr val="EAE7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24"/>
            <p:cNvSpPr/>
            <p:nvPr/>
          </p:nvSpPr>
          <p:spPr>
            <a:xfrm>
              <a:off x="7080522" y="3459667"/>
              <a:ext cx="52937" cy="34113"/>
            </a:xfrm>
            <a:custGeom>
              <a:rect b="b" l="l" r="r" t="t"/>
              <a:pathLst>
                <a:path extrusionOk="0" h="1370" w="2126">
                  <a:moveTo>
                    <a:pt x="1138" y="0"/>
                  </a:moveTo>
                  <a:cubicBezTo>
                    <a:pt x="369" y="0"/>
                    <a:pt x="1" y="1233"/>
                    <a:pt x="880" y="1362"/>
                  </a:cubicBezTo>
                  <a:cubicBezTo>
                    <a:pt x="909" y="1367"/>
                    <a:pt x="938" y="1369"/>
                    <a:pt x="966" y="1369"/>
                  </a:cubicBezTo>
                  <a:cubicBezTo>
                    <a:pt x="1599" y="1369"/>
                    <a:pt x="2126" y="237"/>
                    <a:pt x="1326" y="24"/>
                  </a:cubicBezTo>
                  <a:cubicBezTo>
                    <a:pt x="1261" y="8"/>
                    <a:pt x="1199" y="0"/>
                    <a:pt x="1138" y="0"/>
                  </a:cubicBezTo>
                  <a:close/>
                </a:path>
              </a:pathLst>
            </a:custGeom>
            <a:solidFill>
              <a:srgbClr val="EAE7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24"/>
            <p:cNvSpPr/>
            <p:nvPr/>
          </p:nvSpPr>
          <p:spPr>
            <a:xfrm>
              <a:off x="6915012" y="2696806"/>
              <a:ext cx="192975" cy="237496"/>
            </a:xfrm>
            <a:custGeom>
              <a:rect b="b" l="l" r="r" t="t"/>
              <a:pathLst>
                <a:path extrusionOk="0" h="9538" w="7750">
                  <a:moveTo>
                    <a:pt x="6063" y="1"/>
                  </a:moveTo>
                  <a:cubicBezTo>
                    <a:pt x="5580" y="1"/>
                    <a:pt x="5060" y="148"/>
                    <a:pt x="4600" y="361"/>
                  </a:cubicBezTo>
                  <a:cubicBezTo>
                    <a:pt x="3931" y="667"/>
                    <a:pt x="3345" y="1113"/>
                    <a:pt x="2816" y="1615"/>
                  </a:cubicBezTo>
                  <a:cubicBezTo>
                    <a:pt x="1701" y="2730"/>
                    <a:pt x="837" y="4096"/>
                    <a:pt x="335" y="5573"/>
                  </a:cubicBezTo>
                  <a:cubicBezTo>
                    <a:pt x="140" y="6270"/>
                    <a:pt x="0" y="7051"/>
                    <a:pt x="84" y="7747"/>
                  </a:cubicBezTo>
                  <a:cubicBezTo>
                    <a:pt x="223" y="8472"/>
                    <a:pt x="697" y="9169"/>
                    <a:pt x="1394" y="9420"/>
                  </a:cubicBezTo>
                  <a:cubicBezTo>
                    <a:pt x="1616" y="9501"/>
                    <a:pt x="1845" y="9538"/>
                    <a:pt x="2077" y="9538"/>
                  </a:cubicBezTo>
                  <a:cubicBezTo>
                    <a:pt x="2719" y="9538"/>
                    <a:pt x="3378" y="9259"/>
                    <a:pt x="3931" y="8890"/>
                  </a:cubicBezTo>
                  <a:cubicBezTo>
                    <a:pt x="6133" y="7497"/>
                    <a:pt x="7583" y="4960"/>
                    <a:pt x="7722" y="2340"/>
                  </a:cubicBezTo>
                  <a:cubicBezTo>
                    <a:pt x="7750" y="1894"/>
                    <a:pt x="7722" y="1448"/>
                    <a:pt x="7583" y="1030"/>
                  </a:cubicBezTo>
                  <a:cubicBezTo>
                    <a:pt x="7309" y="274"/>
                    <a:pt x="6721" y="1"/>
                    <a:pt x="6063" y="1"/>
                  </a:cubicBezTo>
                  <a:close/>
                </a:path>
              </a:pathLst>
            </a:custGeom>
            <a:solidFill>
              <a:srgbClr val="FBF7E4">
                <a:alpha val="2274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24"/>
            <p:cNvSpPr/>
            <p:nvPr/>
          </p:nvSpPr>
          <p:spPr>
            <a:xfrm>
              <a:off x="7085054" y="2522530"/>
              <a:ext cx="6275" cy="28486"/>
            </a:xfrm>
            <a:custGeom>
              <a:rect b="b" l="l" r="r" t="t"/>
              <a:pathLst>
                <a:path extrusionOk="0" fill="none" h="1144" w="252">
                  <a:moveTo>
                    <a:pt x="252" y="0"/>
                  </a:moveTo>
                  <a:cubicBezTo>
                    <a:pt x="168" y="391"/>
                    <a:pt x="57" y="781"/>
                    <a:pt x="1" y="1143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24"/>
            <p:cNvSpPr/>
            <p:nvPr/>
          </p:nvSpPr>
          <p:spPr>
            <a:xfrm>
              <a:off x="7108659" y="2528780"/>
              <a:ext cx="6972" cy="30552"/>
            </a:xfrm>
            <a:custGeom>
              <a:rect b="b" l="l" r="r" t="t"/>
              <a:pathLst>
                <a:path extrusionOk="0" fill="none" h="1227" w="280">
                  <a:moveTo>
                    <a:pt x="279" y="0"/>
                  </a:moveTo>
                  <a:cubicBezTo>
                    <a:pt x="168" y="418"/>
                    <a:pt x="84" y="781"/>
                    <a:pt x="1" y="1227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24"/>
            <p:cNvSpPr/>
            <p:nvPr/>
          </p:nvSpPr>
          <p:spPr>
            <a:xfrm>
              <a:off x="7138514" y="2530175"/>
              <a:ext cx="6972" cy="34711"/>
            </a:xfrm>
            <a:custGeom>
              <a:rect b="b" l="l" r="r" t="t"/>
              <a:pathLst>
                <a:path extrusionOk="0" fill="none" h="1394" w="280">
                  <a:moveTo>
                    <a:pt x="279" y="0"/>
                  </a:moveTo>
                  <a:cubicBezTo>
                    <a:pt x="195" y="474"/>
                    <a:pt x="84" y="920"/>
                    <a:pt x="0" y="1394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24"/>
            <p:cNvSpPr/>
            <p:nvPr/>
          </p:nvSpPr>
          <p:spPr>
            <a:xfrm>
              <a:off x="7166278" y="2537097"/>
              <a:ext cx="6275" cy="37524"/>
            </a:xfrm>
            <a:custGeom>
              <a:rect b="b" l="l" r="r" t="t"/>
              <a:pathLst>
                <a:path extrusionOk="0" fill="none" h="1507" w="252">
                  <a:moveTo>
                    <a:pt x="251" y="1"/>
                  </a:moveTo>
                  <a:cubicBezTo>
                    <a:pt x="195" y="503"/>
                    <a:pt x="84" y="1004"/>
                    <a:pt x="0" y="1506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24"/>
            <p:cNvSpPr/>
            <p:nvPr/>
          </p:nvSpPr>
          <p:spPr>
            <a:xfrm>
              <a:off x="7196108" y="2536400"/>
              <a:ext cx="9761" cy="40288"/>
            </a:xfrm>
            <a:custGeom>
              <a:rect b="b" l="l" r="r" t="t"/>
              <a:pathLst>
                <a:path extrusionOk="0" fill="none" h="1618" w="392">
                  <a:moveTo>
                    <a:pt x="391" y="1"/>
                  </a:moveTo>
                  <a:cubicBezTo>
                    <a:pt x="252" y="531"/>
                    <a:pt x="140" y="1032"/>
                    <a:pt x="1" y="1618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24"/>
            <p:cNvSpPr/>
            <p:nvPr/>
          </p:nvSpPr>
          <p:spPr>
            <a:xfrm>
              <a:off x="7234304" y="2544044"/>
              <a:ext cx="3486" cy="43052"/>
            </a:xfrm>
            <a:custGeom>
              <a:rect b="b" l="l" r="r" t="t"/>
              <a:pathLst>
                <a:path extrusionOk="0" fill="none" h="1729" w="140">
                  <a:moveTo>
                    <a:pt x="139" y="1"/>
                  </a:moveTo>
                  <a:cubicBezTo>
                    <a:pt x="112" y="558"/>
                    <a:pt x="28" y="1171"/>
                    <a:pt x="0" y="1729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24"/>
            <p:cNvSpPr/>
            <p:nvPr/>
          </p:nvSpPr>
          <p:spPr>
            <a:xfrm>
              <a:off x="7241924" y="2729375"/>
              <a:ext cx="72907" cy="186028"/>
            </a:xfrm>
            <a:custGeom>
              <a:rect b="b" l="l" r="r" t="t"/>
              <a:pathLst>
                <a:path extrusionOk="0" fill="none" h="7471" w="2928">
                  <a:moveTo>
                    <a:pt x="1" y="0"/>
                  </a:moveTo>
                  <a:cubicBezTo>
                    <a:pt x="1840" y="2007"/>
                    <a:pt x="2928" y="4711"/>
                    <a:pt x="2928" y="7471"/>
                  </a:cubicBez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24"/>
            <p:cNvSpPr/>
            <p:nvPr/>
          </p:nvSpPr>
          <p:spPr>
            <a:xfrm>
              <a:off x="7313412" y="2941772"/>
              <a:ext cx="2116" cy="22236"/>
            </a:xfrm>
            <a:custGeom>
              <a:rect b="b" l="l" r="r" t="t"/>
              <a:pathLst>
                <a:path extrusionOk="0" fill="none" h="893" w="85">
                  <a:moveTo>
                    <a:pt x="85" y="0"/>
                  </a:moveTo>
                  <a:cubicBezTo>
                    <a:pt x="57" y="307"/>
                    <a:pt x="29" y="586"/>
                    <a:pt x="1" y="892"/>
                  </a:cubicBezTo>
                </a:path>
              </a:pathLst>
            </a:custGeom>
            <a:noFill/>
            <a:ln cap="rnd" cmpd="sng" w="9525">
              <a:solidFill>
                <a:srgbClr val="F9F8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24"/>
            <p:cNvSpPr/>
            <p:nvPr/>
          </p:nvSpPr>
          <p:spPr>
            <a:xfrm>
              <a:off x="6926117" y="3531055"/>
              <a:ext cx="167303" cy="31947"/>
            </a:xfrm>
            <a:custGeom>
              <a:rect b="b" l="l" r="r" t="t"/>
              <a:pathLst>
                <a:path extrusionOk="0" fill="none" h="1283" w="6719">
                  <a:moveTo>
                    <a:pt x="0" y="0"/>
                  </a:moveTo>
                  <a:cubicBezTo>
                    <a:pt x="2203" y="586"/>
                    <a:pt x="4460" y="1004"/>
                    <a:pt x="6718" y="1282"/>
                  </a:cubicBezTo>
                </a:path>
              </a:pathLst>
            </a:custGeom>
            <a:noFill/>
            <a:ln cap="rnd" cmpd="sng" w="9525">
              <a:solidFill>
                <a:srgbClr val="2A3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24"/>
            <p:cNvSpPr/>
            <p:nvPr/>
          </p:nvSpPr>
          <p:spPr>
            <a:xfrm>
              <a:off x="7121856" y="3552569"/>
              <a:ext cx="22236" cy="2092"/>
            </a:xfrm>
            <a:custGeom>
              <a:rect b="b" l="l" r="r" t="t"/>
              <a:pathLst>
                <a:path extrusionOk="0" fill="none" h="84" w="893">
                  <a:moveTo>
                    <a:pt x="0" y="84"/>
                  </a:moveTo>
                  <a:cubicBezTo>
                    <a:pt x="279" y="56"/>
                    <a:pt x="614" y="28"/>
                    <a:pt x="892" y="0"/>
                  </a:cubicBezTo>
                </a:path>
              </a:pathLst>
            </a:custGeom>
            <a:noFill/>
            <a:ln cap="rnd" cmpd="sng" w="9525">
              <a:solidFill>
                <a:srgbClr val="2A3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24"/>
            <p:cNvSpPr/>
            <p:nvPr/>
          </p:nvSpPr>
          <p:spPr>
            <a:xfrm>
              <a:off x="7416149" y="2843292"/>
              <a:ext cx="247805" cy="129057"/>
            </a:xfrm>
            <a:custGeom>
              <a:rect b="b" l="l" r="r" t="t"/>
              <a:pathLst>
                <a:path extrusionOk="0" h="5183" w="9952">
                  <a:moveTo>
                    <a:pt x="6909" y="0"/>
                  </a:moveTo>
                  <a:cubicBezTo>
                    <a:pt x="6261" y="0"/>
                    <a:pt x="5607" y="108"/>
                    <a:pt x="4990" y="303"/>
                  </a:cubicBezTo>
                  <a:cubicBezTo>
                    <a:pt x="3596" y="722"/>
                    <a:pt x="1589" y="1641"/>
                    <a:pt x="837" y="3007"/>
                  </a:cubicBezTo>
                  <a:cubicBezTo>
                    <a:pt x="0" y="4513"/>
                    <a:pt x="2314" y="5182"/>
                    <a:pt x="3401" y="5182"/>
                  </a:cubicBezTo>
                  <a:cubicBezTo>
                    <a:pt x="3433" y="5182"/>
                    <a:pt x="3464" y="5183"/>
                    <a:pt x="3495" y="5183"/>
                  </a:cubicBezTo>
                  <a:cubicBezTo>
                    <a:pt x="4773" y="5183"/>
                    <a:pt x="6020" y="4633"/>
                    <a:pt x="7081" y="3844"/>
                  </a:cubicBezTo>
                  <a:cubicBezTo>
                    <a:pt x="8168" y="3035"/>
                    <a:pt x="9060" y="2060"/>
                    <a:pt x="9952" y="1056"/>
                  </a:cubicBezTo>
                  <a:cubicBezTo>
                    <a:pt x="9107" y="317"/>
                    <a:pt x="8018" y="0"/>
                    <a:pt x="690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24"/>
            <p:cNvSpPr/>
            <p:nvPr/>
          </p:nvSpPr>
          <p:spPr>
            <a:xfrm>
              <a:off x="7447374" y="2876509"/>
              <a:ext cx="157592" cy="82618"/>
            </a:xfrm>
            <a:custGeom>
              <a:rect b="b" l="l" r="r" t="t"/>
              <a:pathLst>
                <a:path extrusionOk="0" fill="none" h="3318" w="6329">
                  <a:moveTo>
                    <a:pt x="1" y="3318"/>
                  </a:moveTo>
                  <a:cubicBezTo>
                    <a:pt x="2091" y="2203"/>
                    <a:pt x="4182" y="1116"/>
                    <a:pt x="6329" y="1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24"/>
            <p:cNvSpPr/>
            <p:nvPr/>
          </p:nvSpPr>
          <p:spPr>
            <a:xfrm>
              <a:off x="7404346" y="2764758"/>
              <a:ext cx="137448" cy="197855"/>
            </a:xfrm>
            <a:custGeom>
              <a:rect b="b" l="l" r="r" t="t"/>
              <a:pathLst>
                <a:path extrusionOk="0" fill="none" h="7946" w="5520">
                  <a:moveTo>
                    <a:pt x="1" y="7945"/>
                  </a:moveTo>
                  <a:cubicBezTo>
                    <a:pt x="1143" y="4879"/>
                    <a:pt x="3067" y="2119"/>
                    <a:pt x="5520" y="1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24"/>
            <p:cNvSpPr/>
            <p:nvPr/>
          </p:nvSpPr>
          <p:spPr>
            <a:xfrm>
              <a:off x="7033013" y="2880194"/>
              <a:ext cx="571953" cy="557138"/>
            </a:xfrm>
            <a:custGeom>
              <a:rect b="b" l="l" r="r" t="t"/>
              <a:pathLst>
                <a:path extrusionOk="0" h="22375" w="22970">
                  <a:moveTo>
                    <a:pt x="11003" y="1"/>
                  </a:moveTo>
                  <a:cubicBezTo>
                    <a:pt x="9420" y="1"/>
                    <a:pt x="7845" y="323"/>
                    <a:pt x="6439" y="996"/>
                  </a:cubicBezTo>
                  <a:cubicBezTo>
                    <a:pt x="2621" y="2808"/>
                    <a:pt x="0" y="6961"/>
                    <a:pt x="28" y="11226"/>
                  </a:cubicBezTo>
                  <a:cubicBezTo>
                    <a:pt x="56" y="16104"/>
                    <a:pt x="3652" y="20731"/>
                    <a:pt x="8363" y="22014"/>
                  </a:cubicBezTo>
                  <a:cubicBezTo>
                    <a:pt x="9260" y="22258"/>
                    <a:pt x="10184" y="22375"/>
                    <a:pt x="11108" y="22375"/>
                  </a:cubicBezTo>
                  <a:cubicBezTo>
                    <a:pt x="15036" y="22375"/>
                    <a:pt x="18977" y="20264"/>
                    <a:pt x="20962" y="16857"/>
                  </a:cubicBezTo>
                  <a:cubicBezTo>
                    <a:pt x="22970" y="13456"/>
                    <a:pt x="22774" y="9303"/>
                    <a:pt x="21102" y="5818"/>
                  </a:cubicBezTo>
                  <a:cubicBezTo>
                    <a:pt x="19513" y="2417"/>
                    <a:pt x="16614" y="745"/>
                    <a:pt x="12934" y="159"/>
                  </a:cubicBezTo>
                  <a:cubicBezTo>
                    <a:pt x="12296" y="54"/>
                    <a:pt x="11649" y="1"/>
                    <a:pt x="110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24"/>
            <p:cNvSpPr/>
            <p:nvPr/>
          </p:nvSpPr>
          <p:spPr>
            <a:xfrm>
              <a:off x="7436268" y="3084050"/>
              <a:ext cx="123579" cy="259607"/>
            </a:xfrm>
            <a:custGeom>
              <a:rect b="b" l="l" r="r" t="t"/>
              <a:pathLst>
                <a:path extrusionOk="0" fill="none" h="10426" w="4963">
                  <a:moveTo>
                    <a:pt x="4433" y="1"/>
                  </a:moveTo>
                  <a:cubicBezTo>
                    <a:pt x="4963" y="1952"/>
                    <a:pt x="4823" y="4098"/>
                    <a:pt x="4015" y="5966"/>
                  </a:cubicBezTo>
                  <a:cubicBezTo>
                    <a:pt x="3206" y="7834"/>
                    <a:pt x="1785" y="9395"/>
                    <a:pt x="1" y="10426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24"/>
            <p:cNvSpPr/>
            <p:nvPr/>
          </p:nvSpPr>
          <p:spPr>
            <a:xfrm>
              <a:off x="7367569" y="3364474"/>
              <a:ext cx="38197" cy="15986"/>
            </a:xfrm>
            <a:custGeom>
              <a:rect b="b" l="l" r="r" t="t"/>
              <a:pathLst>
                <a:path extrusionOk="0" fill="none" h="642" w="1534">
                  <a:moveTo>
                    <a:pt x="1533" y="0"/>
                  </a:moveTo>
                  <a:cubicBezTo>
                    <a:pt x="1032" y="195"/>
                    <a:pt x="530" y="446"/>
                    <a:pt x="0" y="641"/>
                  </a:cubicBezTo>
                </a:path>
              </a:pathLst>
            </a:custGeom>
            <a:noFill/>
            <a:ln cap="rnd" cmpd="sng" w="9525">
              <a:solidFill>
                <a:srgbClr val="2A3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24"/>
            <p:cNvSpPr/>
            <p:nvPr/>
          </p:nvSpPr>
          <p:spPr>
            <a:xfrm>
              <a:off x="7096159" y="3215224"/>
              <a:ext cx="92354" cy="144420"/>
            </a:xfrm>
            <a:custGeom>
              <a:rect b="b" l="l" r="r" t="t"/>
              <a:pathLst>
                <a:path extrusionOk="0" fill="none" h="5800" w="3709">
                  <a:moveTo>
                    <a:pt x="1" y="1"/>
                  </a:moveTo>
                  <a:cubicBezTo>
                    <a:pt x="140" y="2398"/>
                    <a:pt x="1618" y="4656"/>
                    <a:pt x="3708" y="5799"/>
                  </a:cubicBezTo>
                </a:path>
              </a:pathLst>
            </a:custGeom>
            <a:noFill/>
            <a:ln cap="rnd" cmpd="sng" w="9525">
              <a:solidFill>
                <a:srgbClr val="2A3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24"/>
            <p:cNvSpPr/>
            <p:nvPr/>
          </p:nvSpPr>
          <p:spPr>
            <a:xfrm>
              <a:off x="7112817" y="2920781"/>
              <a:ext cx="264089" cy="228831"/>
            </a:xfrm>
            <a:custGeom>
              <a:rect b="b" l="l" r="r" t="t"/>
              <a:pathLst>
                <a:path extrusionOk="0" h="9190" w="10606">
                  <a:moveTo>
                    <a:pt x="7985" y="0"/>
                  </a:moveTo>
                  <a:cubicBezTo>
                    <a:pt x="6754" y="0"/>
                    <a:pt x="5366" y="379"/>
                    <a:pt x="4600" y="704"/>
                  </a:cubicBezTo>
                  <a:cubicBezTo>
                    <a:pt x="3039" y="1401"/>
                    <a:pt x="1673" y="2571"/>
                    <a:pt x="809" y="4077"/>
                  </a:cubicBezTo>
                  <a:cubicBezTo>
                    <a:pt x="335" y="4885"/>
                    <a:pt x="1" y="5833"/>
                    <a:pt x="57" y="6753"/>
                  </a:cubicBezTo>
                  <a:cubicBezTo>
                    <a:pt x="140" y="7700"/>
                    <a:pt x="670" y="8648"/>
                    <a:pt x="1534" y="8983"/>
                  </a:cubicBezTo>
                  <a:cubicBezTo>
                    <a:pt x="1842" y="9128"/>
                    <a:pt x="2168" y="9190"/>
                    <a:pt x="2499" y="9190"/>
                  </a:cubicBezTo>
                  <a:cubicBezTo>
                    <a:pt x="3247" y="9190"/>
                    <a:pt x="4018" y="8876"/>
                    <a:pt x="4656" y="8509"/>
                  </a:cubicBezTo>
                  <a:cubicBezTo>
                    <a:pt x="6691" y="7422"/>
                    <a:pt x="8419" y="5833"/>
                    <a:pt x="9674" y="3909"/>
                  </a:cubicBezTo>
                  <a:cubicBezTo>
                    <a:pt x="10036" y="3380"/>
                    <a:pt x="10343" y="2794"/>
                    <a:pt x="10426" y="2153"/>
                  </a:cubicBezTo>
                  <a:cubicBezTo>
                    <a:pt x="10605" y="500"/>
                    <a:pt x="9398" y="0"/>
                    <a:pt x="7985" y="0"/>
                  </a:cubicBezTo>
                  <a:close/>
                </a:path>
              </a:pathLst>
            </a:custGeom>
            <a:solidFill>
              <a:srgbClr val="FBF7E4">
                <a:alpha val="2274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24"/>
            <p:cNvSpPr/>
            <p:nvPr/>
          </p:nvSpPr>
          <p:spPr>
            <a:xfrm>
              <a:off x="7348819" y="3109050"/>
              <a:ext cx="515032" cy="1502715"/>
            </a:xfrm>
            <a:custGeom>
              <a:rect b="b" l="l" r="r" t="t"/>
              <a:pathLst>
                <a:path extrusionOk="0" h="60350" w="20684">
                  <a:moveTo>
                    <a:pt x="11318" y="0"/>
                  </a:moveTo>
                  <a:lnTo>
                    <a:pt x="5074" y="3150"/>
                  </a:lnTo>
                  <a:cubicBezTo>
                    <a:pt x="5074" y="3150"/>
                    <a:pt x="1032" y="13129"/>
                    <a:pt x="530" y="13547"/>
                  </a:cubicBezTo>
                  <a:cubicBezTo>
                    <a:pt x="1" y="13966"/>
                    <a:pt x="530" y="32280"/>
                    <a:pt x="530" y="32280"/>
                  </a:cubicBezTo>
                  <a:lnTo>
                    <a:pt x="9004" y="60350"/>
                  </a:lnTo>
                  <a:cubicBezTo>
                    <a:pt x="14914" y="57646"/>
                    <a:pt x="18119" y="54998"/>
                    <a:pt x="19653" y="53465"/>
                  </a:cubicBezTo>
                  <a:cubicBezTo>
                    <a:pt x="20405" y="52684"/>
                    <a:pt x="20684" y="51569"/>
                    <a:pt x="20350" y="50538"/>
                  </a:cubicBezTo>
                  <a:cubicBezTo>
                    <a:pt x="19095" y="46747"/>
                    <a:pt x="16001" y="37046"/>
                    <a:pt x="14802" y="30161"/>
                  </a:cubicBezTo>
                  <a:cubicBezTo>
                    <a:pt x="12851" y="18899"/>
                    <a:pt x="11318" y="0"/>
                    <a:pt x="113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24"/>
            <p:cNvSpPr/>
            <p:nvPr/>
          </p:nvSpPr>
          <p:spPr>
            <a:xfrm>
              <a:off x="6297965" y="3187460"/>
              <a:ext cx="1276449" cy="1468527"/>
            </a:xfrm>
            <a:custGeom>
              <a:rect b="b" l="l" r="r" t="t"/>
              <a:pathLst>
                <a:path extrusionOk="0" h="58977" w="51263">
                  <a:moveTo>
                    <a:pt x="2481" y="1"/>
                  </a:moveTo>
                  <a:cubicBezTo>
                    <a:pt x="1896" y="5074"/>
                    <a:pt x="586" y="19932"/>
                    <a:pt x="307" y="29911"/>
                  </a:cubicBezTo>
                  <a:cubicBezTo>
                    <a:pt x="0" y="41173"/>
                    <a:pt x="84" y="49981"/>
                    <a:pt x="140" y="54497"/>
                  </a:cubicBezTo>
                  <a:cubicBezTo>
                    <a:pt x="168" y="56365"/>
                    <a:pt x="1617" y="57898"/>
                    <a:pt x="3457" y="58065"/>
                  </a:cubicBezTo>
                  <a:cubicBezTo>
                    <a:pt x="9477" y="58673"/>
                    <a:pt x="16316" y="58977"/>
                    <a:pt x="23293" y="58977"/>
                  </a:cubicBezTo>
                  <a:cubicBezTo>
                    <a:pt x="32953" y="58977"/>
                    <a:pt x="42879" y="58394"/>
                    <a:pt x="51263" y="57229"/>
                  </a:cubicBezTo>
                  <a:cubicBezTo>
                    <a:pt x="51263" y="57201"/>
                    <a:pt x="48169" y="37800"/>
                    <a:pt x="47500" y="27235"/>
                  </a:cubicBezTo>
                  <a:cubicBezTo>
                    <a:pt x="46719" y="15360"/>
                    <a:pt x="46970" y="5214"/>
                    <a:pt x="47277" y="1"/>
                  </a:cubicBezTo>
                  <a:lnTo>
                    <a:pt x="47277" y="1"/>
                  </a:lnTo>
                  <a:cubicBezTo>
                    <a:pt x="41776" y="703"/>
                    <a:pt x="35044" y="945"/>
                    <a:pt x="28382" y="945"/>
                  </a:cubicBezTo>
                  <a:cubicBezTo>
                    <a:pt x="17861" y="945"/>
                    <a:pt x="7516" y="342"/>
                    <a:pt x="24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24"/>
            <p:cNvSpPr/>
            <p:nvPr/>
          </p:nvSpPr>
          <p:spPr>
            <a:xfrm>
              <a:off x="6611008" y="3640217"/>
              <a:ext cx="548348" cy="531814"/>
            </a:xfrm>
            <a:custGeom>
              <a:rect b="b" l="l" r="r" t="t"/>
              <a:pathLst>
                <a:path extrusionOk="0" h="21358" w="22022">
                  <a:moveTo>
                    <a:pt x="12290" y="0"/>
                  </a:moveTo>
                  <a:cubicBezTo>
                    <a:pt x="10067" y="0"/>
                    <a:pt x="7805" y="698"/>
                    <a:pt x="5937" y="1832"/>
                  </a:cubicBezTo>
                  <a:cubicBezTo>
                    <a:pt x="4655" y="2724"/>
                    <a:pt x="3457" y="3756"/>
                    <a:pt x="2509" y="5038"/>
                  </a:cubicBezTo>
                  <a:cubicBezTo>
                    <a:pt x="502" y="7909"/>
                    <a:pt x="0" y="11923"/>
                    <a:pt x="1477" y="15129"/>
                  </a:cubicBezTo>
                  <a:cubicBezTo>
                    <a:pt x="2983" y="18418"/>
                    <a:pt x="6746" y="20648"/>
                    <a:pt x="10258" y="21206"/>
                  </a:cubicBezTo>
                  <a:cubicBezTo>
                    <a:pt x="10896" y="21305"/>
                    <a:pt x="11561" y="21357"/>
                    <a:pt x="12234" y="21357"/>
                  </a:cubicBezTo>
                  <a:cubicBezTo>
                    <a:pt x="15145" y="21357"/>
                    <a:pt x="18205" y="20378"/>
                    <a:pt x="19903" y="18000"/>
                  </a:cubicBezTo>
                  <a:cubicBezTo>
                    <a:pt x="21799" y="15352"/>
                    <a:pt x="22022" y="11672"/>
                    <a:pt x="21548" y="8522"/>
                  </a:cubicBezTo>
                  <a:cubicBezTo>
                    <a:pt x="21018" y="5289"/>
                    <a:pt x="19206" y="2195"/>
                    <a:pt x="16140" y="801"/>
                  </a:cubicBezTo>
                  <a:cubicBezTo>
                    <a:pt x="14931" y="249"/>
                    <a:pt x="13617" y="0"/>
                    <a:pt x="122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24"/>
            <p:cNvSpPr/>
            <p:nvPr/>
          </p:nvSpPr>
          <p:spPr>
            <a:xfrm>
              <a:off x="6756050" y="3801743"/>
              <a:ext cx="137473" cy="228383"/>
            </a:xfrm>
            <a:custGeom>
              <a:rect b="b" l="l" r="r" t="t"/>
              <a:pathLst>
                <a:path extrusionOk="0" h="9172" w="5521">
                  <a:moveTo>
                    <a:pt x="1367" y="1"/>
                  </a:moveTo>
                  <a:cubicBezTo>
                    <a:pt x="419" y="865"/>
                    <a:pt x="1" y="2231"/>
                    <a:pt x="140" y="3513"/>
                  </a:cubicBezTo>
                  <a:cubicBezTo>
                    <a:pt x="280" y="4795"/>
                    <a:pt x="921" y="5994"/>
                    <a:pt x="1701" y="6969"/>
                  </a:cubicBezTo>
                  <a:cubicBezTo>
                    <a:pt x="2259" y="7611"/>
                    <a:pt x="2900" y="8224"/>
                    <a:pt x="3513" y="8781"/>
                  </a:cubicBezTo>
                  <a:cubicBezTo>
                    <a:pt x="3625" y="8837"/>
                    <a:pt x="3708" y="8921"/>
                    <a:pt x="3792" y="8976"/>
                  </a:cubicBezTo>
                  <a:cubicBezTo>
                    <a:pt x="3792" y="8837"/>
                    <a:pt x="3764" y="8726"/>
                    <a:pt x="3764" y="8586"/>
                  </a:cubicBezTo>
                  <a:cubicBezTo>
                    <a:pt x="3736" y="8168"/>
                    <a:pt x="3681" y="7750"/>
                    <a:pt x="3597" y="7388"/>
                  </a:cubicBezTo>
                  <a:cubicBezTo>
                    <a:pt x="3374" y="6523"/>
                    <a:pt x="2928" y="5826"/>
                    <a:pt x="2538" y="5074"/>
                  </a:cubicBezTo>
                  <a:cubicBezTo>
                    <a:pt x="2147" y="4349"/>
                    <a:pt x="1813" y="3513"/>
                    <a:pt x="1841" y="2677"/>
                  </a:cubicBezTo>
                  <a:lnTo>
                    <a:pt x="1841" y="2677"/>
                  </a:lnTo>
                  <a:cubicBezTo>
                    <a:pt x="2370" y="4182"/>
                    <a:pt x="3597" y="5325"/>
                    <a:pt x="4238" y="6746"/>
                  </a:cubicBezTo>
                  <a:cubicBezTo>
                    <a:pt x="4600" y="7499"/>
                    <a:pt x="4768" y="8335"/>
                    <a:pt x="4768" y="9172"/>
                  </a:cubicBezTo>
                  <a:cubicBezTo>
                    <a:pt x="4879" y="9088"/>
                    <a:pt x="4991" y="8893"/>
                    <a:pt x="5074" y="8614"/>
                  </a:cubicBezTo>
                  <a:cubicBezTo>
                    <a:pt x="5520" y="7192"/>
                    <a:pt x="5325" y="5576"/>
                    <a:pt x="4768" y="4210"/>
                  </a:cubicBezTo>
                  <a:cubicBezTo>
                    <a:pt x="4071" y="2537"/>
                    <a:pt x="2789" y="1143"/>
                    <a:pt x="13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24"/>
            <p:cNvSpPr/>
            <p:nvPr/>
          </p:nvSpPr>
          <p:spPr>
            <a:xfrm>
              <a:off x="6899051" y="3783641"/>
              <a:ext cx="95118" cy="144445"/>
            </a:xfrm>
            <a:custGeom>
              <a:rect b="b" l="l" r="r" t="t"/>
              <a:pathLst>
                <a:path extrusionOk="0" h="5801" w="3820">
                  <a:moveTo>
                    <a:pt x="3434" y="1"/>
                  </a:moveTo>
                  <a:cubicBezTo>
                    <a:pt x="2675" y="1"/>
                    <a:pt x="1939" y="342"/>
                    <a:pt x="1366" y="867"/>
                  </a:cubicBezTo>
                  <a:cubicBezTo>
                    <a:pt x="753" y="1480"/>
                    <a:pt x="363" y="2316"/>
                    <a:pt x="195" y="3181"/>
                  </a:cubicBezTo>
                  <a:cubicBezTo>
                    <a:pt x="56" y="3766"/>
                    <a:pt x="0" y="4379"/>
                    <a:pt x="0" y="4965"/>
                  </a:cubicBezTo>
                  <a:lnTo>
                    <a:pt x="0" y="5215"/>
                  </a:lnTo>
                  <a:cubicBezTo>
                    <a:pt x="84" y="5132"/>
                    <a:pt x="140" y="5104"/>
                    <a:pt x="195" y="5020"/>
                  </a:cubicBezTo>
                  <a:cubicBezTo>
                    <a:pt x="391" y="4825"/>
                    <a:pt x="614" y="4658"/>
                    <a:pt x="781" y="4407"/>
                  </a:cubicBezTo>
                  <a:cubicBezTo>
                    <a:pt x="1115" y="3961"/>
                    <a:pt x="1338" y="3404"/>
                    <a:pt x="1533" y="2846"/>
                  </a:cubicBezTo>
                  <a:cubicBezTo>
                    <a:pt x="1784" y="2316"/>
                    <a:pt x="2063" y="1759"/>
                    <a:pt x="2509" y="1397"/>
                  </a:cubicBezTo>
                  <a:lnTo>
                    <a:pt x="2509" y="1397"/>
                  </a:lnTo>
                  <a:cubicBezTo>
                    <a:pt x="1924" y="2316"/>
                    <a:pt x="1812" y="3487"/>
                    <a:pt x="1338" y="4463"/>
                  </a:cubicBezTo>
                  <a:cubicBezTo>
                    <a:pt x="1087" y="4992"/>
                    <a:pt x="697" y="5466"/>
                    <a:pt x="251" y="5801"/>
                  </a:cubicBezTo>
                  <a:cubicBezTo>
                    <a:pt x="363" y="5801"/>
                    <a:pt x="502" y="5801"/>
                    <a:pt x="669" y="5745"/>
                  </a:cubicBezTo>
                  <a:cubicBezTo>
                    <a:pt x="1729" y="5383"/>
                    <a:pt x="2509" y="4574"/>
                    <a:pt x="3011" y="3682"/>
                  </a:cubicBezTo>
                  <a:cubicBezTo>
                    <a:pt x="3596" y="2567"/>
                    <a:pt x="3819" y="1285"/>
                    <a:pt x="3819" y="31"/>
                  </a:cubicBezTo>
                  <a:cubicBezTo>
                    <a:pt x="3691" y="11"/>
                    <a:pt x="3562" y="1"/>
                    <a:pt x="34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24"/>
            <p:cNvSpPr/>
            <p:nvPr/>
          </p:nvSpPr>
          <p:spPr>
            <a:xfrm>
              <a:off x="7587586" y="4354946"/>
              <a:ext cx="245041" cy="216580"/>
            </a:xfrm>
            <a:custGeom>
              <a:rect b="b" l="l" r="r" t="t"/>
              <a:pathLst>
                <a:path extrusionOk="0" fill="none" h="8698" w="9841">
                  <a:moveTo>
                    <a:pt x="1" y="8697"/>
                  </a:moveTo>
                  <a:cubicBezTo>
                    <a:pt x="921" y="5826"/>
                    <a:pt x="1868" y="2927"/>
                    <a:pt x="2816" y="0"/>
                  </a:cubicBezTo>
                  <a:cubicBezTo>
                    <a:pt x="5297" y="725"/>
                    <a:pt x="7388" y="725"/>
                    <a:pt x="9841" y="1450"/>
                  </a:cubicBezTo>
                </a:path>
              </a:pathLst>
            </a:custGeom>
            <a:noFill/>
            <a:ln cap="rnd" cmpd="sng" w="9525">
              <a:solidFill>
                <a:srgbClr val="2A3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24"/>
            <p:cNvSpPr/>
            <p:nvPr/>
          </p:nvSpPr>
          <p:spPr>
            <a:xfrm>
              <a:off x="7549414" y="3275631"/>
              <a:ext cx="108315" cy="1080038"/>
            </a:xfrm>
            <a:custGeom>
              <a:rect b="b" l="l" r="r" t="t"/>
              <a:pathLst>
                <a:path extrusionOk="0" fill="none" h="43375" w="4350">
                  <a:moveTo>
                    <a:pt x="4349" y="43374"/>
                  </a:moveTo>
                  <a:cubicBezTo>
                    <a:pt x="1422" y="29353"/>
                    <a:pt x="0" y="14300"/>
                    <a:pt x="642" y="0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24"/>
            <p:cNvSpPr/>
            <p:nvPr/>
          </p:nvSpPr>
          <p:spPr>
            <a:xfrm>
              <a:off x="7491098" y="3143736"/>
              <a:ext cx="129131" cy="131920"/>
            </a:xfrm>
            <a:custGeom>
              <a:rect b="b" l="l" r="r" t="t"/>
              <a:pathLst>
                <a:path extrusionOk="0" fill="none" h="5298" w="5186">
                  <a:moveTo>
                    <a:pt x="1" y="2593"/>
                  </a:moveTo>
                  <a:cubicBezTo>
                    <a:pt x="1004" y="3485"/>
                    <a:pt x="1980" y="4405"/>
                    <a:pt x="2984" y="5297"/>
                  </a:cubicBezTo>
                  <a:cubicBezTo>
                    <a:pt x="3736" y="3513"/>
                    <a:pt x="4461" y="1757"/>
                    <a:pt x="5186" y="1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24"/>
            <p:cNvSpPr/>
            <p:nvPr/>
          </p:nvSpPr>
          <p:spPr>
            <a:xfrm>
              <a:off x="7401583" y="3595596"/>
              <a:ext cx="48605" cy="714257"/>
            </a:xfrm>
            <a:custGeom>
              <a:rect b="b" l="l" r="r" t="t"/>
              <a:pathLst>
                <a:path extrusionOk="0" fill="none" h="28685" w="1952">
                  <a:moveTo>
                    <a:pt x="390" y="1"/>
                  </a:moveTo>
                  <a:cubicBezTo>
                    <a:pt x="0" y="9590"/>
                    <a:pt x="530" y="19207"/>
                    <a:pt x="1951" y="28684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24"/>
            <p:cNvSpPr/>
            <p:nvPr/>
          </p:nvSpPr>
          <p:spPr>
            <a:xfrm>
              <a:off x="7455715" y="4357710"/>
              <a:ext cx="5578" cy="56249"/>
            </a:xfrm>
            <a:custGeom>
              <a:rect b="b" l="l" r="r" t="t"/>
              <a:pathLst>
                <a:path extrusionOk="0" fill="none" h="2259" w="224">
                  <a:moveTo>
                    <a:pt x="0" y="1"/>
                  </a:moveTo>
                  <a:cubicBezTo>
                    <a:pt x="56" y="753"/>
                    <a:pt x="168" y="1534"/>
                    <a:pt x="223" y="2259"/>
                  </a:cubicBezTo>
                </a:path>
              </a:pathLst>
            </a:custGeom>
            <a:noFill/>
            <a:ln cap="rnd" cmpd="sng" w="9525">
              <a:solidFill>
                <a:srgbClr val="2A3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24"/>
            <p:cNvSpPr/>
            <p:nvPr/>
          </p:nvSpPr>
          <p:spPr>
            <a:xfrm>
              <a:off x="6860879" y="4603423"/>
              <a:ext cx="326240" cy="22236"/>
            </a:xfrm>
            <a:custGeom>
              <a:rect b="b" l="l" r="r" t="t"/>
              <a:pathLst>
                <a:path extrusionOk="0" fill="none" h="893" w="13102">
                  <a:moveTo>
                    <a:pt x="0" y="335"/>
                  </a:moveTo>
                  <a:cubicBezTo>
                    <a:pt x="4377" y="892"/>
                    <a:pt x="8781" y="781"/>
                    <a:pt x="13102" y="0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24"/>
            <p:cNvSpPr/>
            <p:nvPr/>
          </p:nvSpPr>
          <p:spPr>
            <a:xfrm>
              <a:off x="6893498" y="3844073"/>
              <a:ext cx="242949" cy="299896"/>
            </a:xfrm>
            <a:custGeom>
              <a:rect b="b" l="l" r="r" t="t"/>
              <a:pathLst>
                <a:path extrusionOk="0" fill="none" h="12044" w="9757">
                  <a:moveTo>
                    <a:pt x="8474" y="1"/>
                  </a:moveTo>
                  <a:cubicBezTo>
                    <a:pt x="9757" y="2649"/>
                    <a:pt x="9394" y="5994"/>
                    <a:pt x="7694" y="8364"/>
                  </a:cubicBezTo>
                  <a:cubicBezTo>
                    <a:pt x="5938" y="10733"/>
                    <a:pt x="2899" y="12043"/>
                    <a:pt x="0" y="11709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24"/>
            <p:cNvSpPr/>
            <p:nvPr/>
          </p:nvSpPr>
          <p:spPr>
            <a:xfrm>
              <a:off x="6484665" y="3286164"/>
              <a:ext cx="198553" cy="509703"/>
            </a:xfrm>
            <a:custGeom>
              <a:rect b="b" l="l" r="r" t="t"/>
              <a:pathLst>
                <a:path extrusionOk="0" h="20470" w="7974">
                  <a:moveTo>
                    <a:pt x="4590" y="1"/>
                  </a:moveTo>
                  <a:cubicBezTo>
                    <a:pt x="4079" y="1"/>
                    <a:pt x="3560" y="165"/>
                    <a:pt x="3067" y="497"/>
                  </a:cubicBezTo>
                  <a:cubicBezTo>
                    <a:pt x="252" y="2365"/>
                    <a:pt x="252" y="7103"/>
                    <a:pt x="112" y="10114"/>
                  </a:cubicBezTo>
                  <a:cubicBezTo>
                    <a:pt x="1" y="12400"/>
                    <a:pt x="112" y="14713"/>
                    <a:pt x="419" y="16971"/>
                  </a:cubicBezTo>
                  <a:cubicBezTo>
                    <a:pt x="586" y="18226"/>
                    <a:pt x="976" y="19647"/>
                    <a:pt x="2119" y="20233"/>
                  </a:cubicBezTo>
                  <a:cubicBezTo>
                    <a:pt x="2444" y="20395"/>
                    <a:pt x="2793" y="20469"/>
                    <a:pt x="3143" y="20469"/>
                  </a:cubicBezTo>
                  <a:cubicBezTo>
                    <a:pt x="3812" y="20469"/>
                    <a:pt x="4487" y="20198"/>
                    <a:pt x="5018" y="19759"/>
                  </a:cubicBezTo>
                  <a:cubicBezTo>
                    <a:pt x="5799" y="19090"/>
                    <a:pt x="6273" y="18114"/>
                    <a:pt x="6663" y="17139"/>
                  </a:cubicBezTo>
                  <a:cubicBezTo>
                    <a:pt x="7973" y="13598"/>
                    <a:pt x="7945" y="9640"/>
                    <a:pt x="7917" y="5849"/>
                  </a:cubicBezTo>
                  <a:cubicBezTo>
                    <a:pt x="7862" y="4065"/>
                    <a:pt x="7806" y="2058"/>
                    <a:pt x="6412" y="776"/>
                  </a:cubicBezTo>
                  <a:cubicBezTo>
                    <a:pt x="5867" y="262"/>
                    <a:pt x="5236" y="1"/>
                    <a:pt x="4590" y="1"/>
                  </a:cubicBezTo>
                  <a:close/>
                </a:path>
              </a:pathLst>
            </a:custGeom>
            <a:solidFill>
              <a:srgbClr val="FBF7E4">
                <a:alpha val="2274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24"/>
            <p:cNvSpPr/>
            <p:nvPr/>
          </p:nvSpPr>
          <p:spPr>
            <a:xfrm>
              <a:off x="7271779" y="4126588"/>
              <a:ext cx="1173736" cy="580867"/>
            </a:xfrm>
            <a:custGeom>
              <a:rect b="b" l="l" r="r" t="t"/>
              <a:pathLst>
                <a:path extrusionOk="0" h="23328" w="47138">
                  <a:moveTo>
                    <a:pt x="0" y="0"/>
                  </a:moveTo>
                  <a:lnTo>
                    <a:pt x="0" y="0"/>
                  </a:lnTo>
                  <a:cubicBezTo>
                    <a:pt x="948" y="6411"/>
                    <a:pt x="2704" y="11262"/>
                    <a:pt x="5743" y="15415"/>
                  </a:cubicBezTo>
                  <a:cubicBezTo>
                    <a:pt x="9693" y="20776"/>
                    <a:pt x="16297" y="23327"/>
                    <a:pt x="22951" y="23327"/>
                  </a:cubicBezTo>
                  <a:cubicBezTo>
                    <a:pt x="28926" y="23327"/>
                    <a:pt x="34942" y="21269"/>
                    <a:pt x="39109" y="17339"/>
                  </a:cubicBezTo>
                  <a:cubicBezTo>
                    <a:pt x="43374" y="13325"/>
                    <a:pt x="45298" y="7471"/>
                    <a:pt x="47138" y="2063"/>
                  </a:cubicBezTo>
                  <a:lnTo>
                    <a:pt x="47138" y="2063"/>
                  </a:lnTo>
                  <a:cubicBezTo>
                    <a:pt x="45082" y="2096"/>
                    <a:pt x="43016" y="2113"/>
                    <a:pt x="40941" y="2113"/>
                  </a:cubicBezTo>
                  <a:cubicBezTo>
                    <a:pt x="27369" y="2113"/>
                    <a:pt x="13444" y="1403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24"/>
            <p:cNvSpPr/>
            <p:nvPr/>
          </p:nvSpPr>
          <p:spPr>
            <a:xfrm>
              <a:off x="7715995" y="4432759"/>
              <a:ext cx="103783" cy="272730"/>
            </a:xfrm>
            <a:custGeom>
              <a:rect b="b" l="l" r="r" t="t"/>
              <a:pathLst>
                <a:path extrusionOk="0" h="10953" w="4168">
                  <a:moveTo>
                    <a:pt x="2678" y="1"/>
                  </a:moveTo>
                  <a:cubicBezTo>
                    <a:pt x="1902" y="1"/>
                    <a:pt x="1074" y="495"/>
                    <a:pt x="976" y="1475"/>
                  </a:cubicBezTo>
                  <a:cubicBezTo>
                    <a:pt x="642" y="4485"/>
                    <a:pt x="307" y="7496"/>
                    <a:pt x="1" y="10506"/>
                  </a:cubicBezTo>
                  <a:cubicBezTo>
                    <a:pt x="1004" y="10701"/>
                    <a:pt x="2008" y="10841"/>
                    <a:pt x="3011" y="10952"/>
                  </a:cubicBezTo>
                  <a:cubicBezTo>
                    <a:pt x="3373" y="7774"/>
                    <a:pt x="3708" y="4652"/>
                    <a:pt x="4070" y="1475"/>
                  </a:cubicBezTo>
                  <a:cubicBezTo>
                    <a:pt x="4168" y="489"/>
                    <a:pt x="3448" y="1"/>
                    <a:pt x="26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24"/>
            <p:cNvSpPr/>
            <p:nvPr/>
          </p:nvSpPr>
          <p:spPr>
            <a:xfrm>
              <a:off x="7355069" y="4278653"/>
              <a:ext cx="243273" cy="199847"/>
            </a:xfrm>
            <a:custGeom>
              <a:rect b="b" l="l" r="r" t="t"/>
              <a:pathLst>
                <a:path extrusionOk="0" h="8026" w="9770">
                  <a:moveTo>
                    <a:pt x="7338" y="0"/>
                  </a:moveTo>
                  <a:cubicBezTo>
                    <a:pt x="7000" y="0"/>
                    <a:pt x="6650" y="107"/>
                    <a:pt x="6328" y="360"/>
                  </a:cubicBezTo>
                  <a:cubicBezTo>
                    <a:pt x="4210" y="2033"/>
                    <a:pt x="2119" y="3650"/>
                    <a:pt x="0" y="5322"/>
                  </a:cubicBezTo>
                  <a:cubicBezTo>
                    <a:pt x="446" y="6270"/>
                    <a:pt x="976" y="7190"/>
                    <a:pt x="1534" y="8026"/>
                  </a:cubicBezTo>
                  <a:cubicBezTo>
                    <a:pt x="3847" y="6158"/>
                    <a:pt x="6189" y="4346"/>
                    <a:pt x="8530" y="2535"/>
                  </a:cubicBezTo>
                  <a:cubicBezTo>
                    <a:pt x="9769" y="1583"/>
                    <a:pt x="8638" y="0"/>
                    <a:pt x="73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24"/>
            <p:cNvSpPr/>
            <p:nvPr/>
          </p:nvSpPr>
          <p:spPr>
            <a:xfrm>
              <a:off x="7861037" y="4426534"/>
              <a:ext cx="115262" cy="278257"/>
            </a:xfrm>
            <a:custGeom>
              <a:rect b="b" l="l" r="r" t="t"/>
              <a:pathLst>
                <a:path extrusionOk="0" h="11175" w="4629">
                  <a:moveTo>
                    <a:pt x="1900" y="1"/>
                  </a:moveTo>
                  <a:cubicBezTo>
                    <a:pt x="1007" y="1"/>
                    <a:pt x="1" y="772"/>
                    <a:pt x="169" y="1948"/>
                  </a:cubicBezTo>
                  <a:cubicBezTo>
                    <a:pt x="643" y="5014"/>
                    <a:pt x="1089" y="8108"/>
                    <a:pt x="1590" y="11174"/>
                  </a:cubicBezTo>
                  <a:cubicBezTo>
                    <a:pt x="2594" y="11063"/>
                    <a:pt x="3597" y="10923"/>
                    <a:pt x="4629" y="10728"/>
                  </a:cubicBezTo>
                  <a:lnTo>
                    <a:pt x="3151" y="1111"/>
                  </a:lnTo>
                  <a:cubicBezTo>
                    <a:pt x="3030" y="336"/>
                    <a:pt x="2490" y="1"/>
                    <a:pt x="19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24"/>
            <p:cNvSpPr/>
            <p:nvPr/>
          </p:nvSpPr>
          <p:spPr>
            <a:xfrm>
              <a:off x="7297451" y="4205472"/>
              <a:ext cx="182368" cy="123803"/>
            </a:xfrm>
            <a:custGeom>
              <a:rect b="b" l="l" r="r" t="t"/>
              <a:pathLst>
                <a:path extrusionOk="0" h="4972" w="7324">
                  <a:moveTo>
                    <a:pt x="4857" y="0"/>
                  </a:moveTo>
                  <a:cubicBezTo>
                    <a:pt x="4641" y="0"/>
                    <a:pt x="4413" y="46"/>
                    <a:pt x="4182" y="149"/>
                  </a:cubicBezTo>
                  <a:cubicBezTo>
                    <a:pt x="2788" y="790"/>
                    <a:pt x="1395" y="1376"/>
                    <a:pt x="1" y="1989"/>
                  </a:cubicBezTo>
                  <a:cubicBezTo>
                    <a:pt x="279" y="3048"/>
                    <a:pt x="558" y="4024"/>
                    <a:pt x="921" y="4972"/>
                  </a:cubicBezTo>
                  <a:cubicBezTo>
                    <a:pt x="2510" y="4275"/>
                    <a:pt x="4154" y="3522"/>
                    <a:pt x="5743" y="2825"/>
                  </a:cubicBezTo>
                  <a:cubicBezTo>
                    <a:pt x="7324" y="2145"/>
                    <a:pt x="6338" y="0"/>
                    <a:pt x="48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24"/>
            <p:cNvSpPr/>
            <p:nvPr/>
          </p:nvSpPr>
          <p:spPr>
            <a:xfrm>
              <a:off x="7488334" y="4388213"/>
              <a:ext cx="210330" cy="243696"/>
            </a:xfrm>
            <a:custGeom>
              <a:rect b="b" l="l" r="r" t="t"/>
              <a:pathLst>
                <a:path extrusionOk="0" h="9787" w="8447">
                  <a:moveTo>
                    <a:pt x="6273" y="0"/>
                  </a:moveTo>
                  <a:cubicBezTo>
                    <a:pt x="5801" y="0"/>
                    <a:pt x="5325" y="205"/>
                    <a:pt x="4990" y="699"/>
                  </a:cubicBezTo>
                  <a:cubicBezTo>
                    <a:pt x="3318" y="3124"/>
                    <a:pt x="1673" y="5577"/>
                    <a:pt x="0" y="8002"/>
                  </a:cubicBezTo>
                  <a:cubicBezTo>
                    <a:pt x="809" y="8671"/>
                    <a:pt x="1645" y="9257"/>
                    <a:pt x="2537" y="9786"/>
                  </a:cubicBezTo>
                  <a:lnTo>
                    <a:pt x="7666" y="2260"/>
                  </a:lnTo>
                  <a:cubicBezTo>
                    <a:pt x="8446" y="1110"/>
                    <a:pt x="7371" y="0"/>
                    <a:pt x="62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24"/>
            <p:cNvSpPr/>
            <p:nvPr/>
          </p:nvSpPr>
          <p:spPr>
            <a:xfrm>
              <a:off x="8169673" y="4227035"/>
              <a:ext cx="241829" cy="123081"/>
            </a:xfrm>
            <a:custGeom>
              <a:rect b="b" l="l" r="r" t="t"/>
              <a:pathLst>
                <a:path extrusionOk="0" h="4943" w="9712">
                  <a:moveTo>
                    <a:pt x="2155" y="1"/>
                  </a:moveTo>
                  <a:cubicBezTo>
                    <a:pt x="562" y="1"/>
                    <a:pt x="1" y="2535"/>
                    <a:pt x="1767" y="3047"/>
                  </a:cubicBezTo>
                  <a:lnTo>
                    <a:pt x="8569" y="4942"/>
                  </a:lnTo>
                  <a:cubicBezTo>
                    <a:pt x="8987" y="3994"/>
                    <a:pt x="9377" y="3019"/>
                    <a:pt x="9712" y="2043"/>
                  </a:cubicBezTo>
                  <a:cubicBezTo>
                    <a:pt x="7342" y="1346"/>
                    <a:pt x="4973" y="677"/>
                    <a:pt x="2603" y="64"/>
                  </a:cubicBezTo>
                  <a:cubicBezTo>
                    <a:pt x="2446" y="21"/>
                    <a:pt x="2297" y="1"/>
                    <a:pt x="215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24"/>
            <p:cNvSpPr/>
            <p:nvPr/>
          </p:nvSpPr>
          <p:spPr>
            <a:xfrm>
              <a:off x="8094873" y="4338911"/>
              <a:ext cx="214588" cy="205550"/>
            </a:xfrm>
            <a:custGeom>
              <a:rect b="b" l="l" r="r" t="t"/>
              <a:pathLst>
                <a:path extrusionOk="0" h="8255" w="8618">
                  <a:moveTo>
                    <a:pt x="2167" y="1"/>
                  </a:moveTo>
                  <a:cubicBezTo>
                    <a:pt x="1038" y="1"/>
                    <a:pt x="1" y="1557"/>
                    <a:pt x="980" y="2707"/>
                  </a:cubicBezTo>
                  <a:cubicBezTo>
                    <a:pt x="2708" y="4714"/>
                    <a:pt x="4604" y="6582"/>
                    <a:pt x="6611" y="8254"/>
                  </a:cubicBezTo>
                  <a:cubicBezTo>
                    <a:pt x="7364" y="7501"/>
                    <a:pt x="8005" y="6721"/>
                    <a:pt x="8618" y="5885"/>
                  </a:cubicBezTo>
                  <a:cubicBezTo>
                    <a:pt x="6667" y="4240"/>
                    <a:pt x="4855" y="2456"/>
                    <a:pt x="3182" y="505"/>
                  </a:cubicBezTo>
                  <a:cubicBezTo>
                    <a:pt x="2873" y="149"/>
                    <a:pt x="2515" y="1"/>
                    <a:pt x="216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24"/>
            <p:cNvSpPr/>
            <p:nvPr/>
          </p:nvSpPr>
          <p:spPr>
            <a:xfrm>
              <a:off x="7988401" y="4398496"/>
              <a:ext cx="158663" cy="265334"/>
            </a:xfrm>
            <a:custGeom>
              <a:rect b="b" l="l" r="r" t="t"/>
              <a:pathLst>
                <a:path extrusionOk="0" h="10656" w="6372">
                  <a:moveTo>
                    <a:pt x="1904" y="0"/>
                  </a:moveTo>
                  <a:cubicBezTo>
                    <a:pt x="946" y="0"/>
                    <a:pt x="0" y="743"/>
                    <a:pt x="406" y="1875"/>
                  </a:cubicBezTo>
                  <a:cubicBezTo>
                    <a:pt x="1465" y="4802"/>
                    <a:pt x="2524" y="7729"/>
                    <a:pt x="3584" y="10656"/>
                  </a:cubicBezTo>
                  <a:cubicBezTo>
                    <a:pt x="4559" y="10265"/>
                    <a:pt x="5507" y="9819"/>
                    <a:pt x="6371" y="9346"/>
                  </a:cubicBezTo>
                  <a:cubicBezTo>
                    <a:pt x="5396" y="6558"/>
                    <a:pt x="4392" y="3798"/>
                    <a:pt x="3416" y="1039"/>
                  </a:cubicBezTo>
                  <a:cubicBezTo>
                    <a:pt x="3153" y="314"/>
                    <a:pt x="2526" y="0"/>
                    <a:pt x="19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24"/>
            <p:cNvSpPr/>
            <p:nvPr/>
          </p:nvSpPr>
          <p:spPr>
            <a:xfrm>
              <a:off x="7332859" y="4132838"/>
              <a:ext cx="1043235" cy="470685"/>
            </a:xfrm>
            <a:custGeom>
              <a:rect b="b" l="l" r="r" t="t"/>
              <a:pathLst>
                <a:path extrusionOk="0" h="18903" w="41897">
                  <a:moveTo>
                    <a:pt x="0" y="0"/>
                  </a:moveTo>
                  <a:lnTo>
                    <a:pt x="0" y="0"/>
                  </a:lnTo>
                  <a:cubicBezTo>
                    <a:pt x="1060" y="6272"/>
                    <a:pt x="4628" y="12126"/>
                    <a:pt x="9980" y="15582"/>
                  </a:cubicBezTo>
                  <a:cubicBezTo>
                    <a:pt x="13363" y="17770"/>
                    <a:pt x="17415" y="18903"/>
                    <a:pt x="21445" y="18903"/>
                  </a:cubicBezTo>
                  <a:cubicBezTo>
                    <a:pt x="25219" y="18903"/>
                    <a:pt x="28973" y="17910"/>
                    <a:pt x="32141" y="15861"/>
                  </a:cubicBezTo>
                  <a:cubicBezTo>
                    <a:pt x="35876" y="13464"/>
                    <a:pt x="38691" y="9784"/>
                    <a:pt x="40503" y="5714"/>
                  </a:cubicBezTo>
                  <a:cubicBezTo>
                    <a:pt x="41061" y="4460"/>
                    <a:pt x="41507" y="3178"/>
                    <a:pt x="41897" y="1840"/>
                  </a:cubicBezTo>
                  <a:lnTo>
                    <a:pt x="41897" y="1840"/>
                  </a:lnTo>
                  <a:cubicBezTo>
                    <a:pt x="40792" y="1849"/>
                    <a:pt x="39684" y="1853"/>
                    <a:pt x="38575" y="1853"/>
                  </a:cubicBezTo>
                  <a:cubicBezTo>
                    <a:pt x="25750" y="1853"/>
                    <a:pt x="12674" y="125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24"/>
            <p:cNvSpPr/>
            <p:nvPr/>
          </p:nvSpPr>
          <p:spPr>
            <a:xfrm>
              <a:off x="7346728" y="4133511"/>
              <a:ext cx="1002997" cy="447204"/>
            </a:xfrm>
            <a:custGeom>
              <a:rect b="b" l="l" r="r" t="t"/>
              <a:pathLst>
                <a:path extrusionOk="0" h="17960" w="40281">
                  <a:moveTo>
                    <a:pt x="1" y="1"/>
                  </a:moveTo>
                  <a:lnTo>
                    <a:pt x="1" y="1"/>
                  </a:lnTo>
                  <a:cubicBezTo>
                    <a:pt x="809" y="4154"/>
                    <a:pt x="2733" y="8085"/>
                    <a:pt x="5576" y="11207"/>
                  </a:cubicBezTo>
                  <a:cubicBezTo>
                    <a:pt x="8726" y="14608"/>
                    <a:pt x="12963" y="16977"/>
                    <a:pt x="17534" y="17702"/>
                  </a:cubicBezTo>
                  <a:cubicBezTo>
                    <a:pt x="18577" y="17875"/>
                    <a:pt x="19633" y="17959"/>
                    <a:pt x="20688" y="17959"/>
                  </a:cubicBezTo>
                  <a:cubicBezTo>
                    <a:pt x="25418" y="17959"/>
                    <a:pt x="30147" y="16257"/>
                    <a:pt x="33702" y="13158"/>
                  </a:cubicBezTo>
                  <a:cubicBezTo>
                    <a:pt x="37075" y="10231"/>
                    <a:pt x="39417" y="6133"/>
                    <a:pt x="40281" y="1757"/>
                  </a:cubicBezTo>
                  <a:lnTo>
                    <a:pt x="40281" y="1757"/>
                  </a:lnTo>
                  <a:cubicBezTo>
                    <a:pt x="39002" y="1770"/>
                    <a:pt x="37720" y="1777"/>
                    <a:pt x="36434" y="1777"/>
                  </a:cubicBezTo>
                  <a:cubicBezTo>
                    <a:pt x="24351" y="1777"/>
                    <a:pt x="11994" y="1185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24"/>
            <p:cNvSpPr/>
            <p:nvPr/>
          </p:nvSpPr>
          <p:spPr>
            <a:xfrm>
              <a:off x="7761114" y="4206667"/>
              <a:ext cx="26394" cy="40463"/>
            </a:xfrm>
            <a:custGeom>
              <a:rect b="b" l="l" r="r" t="t"/>
              <a:pathLst>
                <a:path extrusionOk="0" h="1625" w="1060">
                  <a:moveTo>
                    <a:pt x="611" y="0"/>
                  </a:moveTo>
                  <a:cubicBezTo>
                    <a:pt x="249" y="0"/>
                    <a:pt x="54" y="955"/>
                    <a:pt x="28" y="1188"/>
                  </a:cubicBezTo>
                  <a:cubicBezTo>
                    <a:pt x="0" y="1328"/>
                    <a:pt x="0" y="1523"/>
                    <a:pt x="140" y="1607"/>
                  </a:cubicBezTo>
                  <a:cubicBezTo>
                    <a:pt x="163" y="1618"/>
                    <a:pt x="196" y="1625"/>
                    <a:pt x="230" y="1625"/>
                  </a:cubicBezTo>
                  <a:cubicBezTo>
                    <a:pt x="278" y="1625"/>
                    <a:pt x="330" y="1611"/>
                    <a:pt x="363" y="1579"/>
                  </a:cubicBezTo>
                  <a:cubicBezTo>
                    <a:pt x="446" y="1523"/>
                    <a:pt x="502" y="1411"/>
                    <a:pt x="558" y="1356"/>
                  </a:cubicBezTo>
                  <a:cubicBezTo>
                    <a:pt x="697" y="1105"/>
                    <a:pt x="1060" y="213"/>
                    <a:pt x="697" y="18"/>
                  </a:cubicBezTo>
                  <a:cubicBezTo>
                    <a:pt x="668" y="6"/>
                    <a:pt x="639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24"/>
            <p:cNvSpPr/>
            <p:nvPr/>
          </p:nvSpPr>
          <p:spPr>
            <a:xfrm>
              <a:off x="7566769" y="4213639"/>
              <a:ext cx="37798" cy="32345"/>
            </a:xfrm>
            <a:custGeom>
              <a:rect b="b" l="l" r="r" t="t"/>
              <a:pathLst>
                <a:path extrusionOk="0" h="1299" w="1518">
                  <a:moveTo>
                    <a:pt x="1284" y="0"/>
                  </a:moveTo>
                  <a:cubicBezTo>
                    <a:pt x="1240" y="0"/>
                    <a:pt x="1185" y="14"/>
                    <a:pt x="1115" y="44"/>
                  </a:cubicBezTo>
                  <a:cubicBezTo>
                    <a:pt x="725" y="184"/>
                    <a:pt x="419" y="462"/>
                    <a:pt x="195" y="741"/>
                  </a:cubicBezTo>
                  <a:cubicBezTo>
                    <a:pt x="84" y="881"/>
                    <a:pt x="0" y="1020"/>
                    <a:pt x="56" y="1131"/>
                  </a:cubicBezTo>
                  <a:cubicBezTo>
                    <a:pt x="84" y="1243"/>
                    <a:pt x="223" y="1299"/>
                    <a:pt x="335" y="1299"/>
                  </a:cubicBezTo>
                  <a:cubicBezTo>
                    <a:pt x="446" y="1299"/>
                    <a:pt x="558" y="1243"/>
                    <a:pt x="642" y="1187"/>
                  </a:cubicBezTo>
                  <a:cubicBezTo>
                    <a:pt x="892" y="1048"/>
                    <a:pt x="1088" y="825"/>
                    <a:pt x="1255" y="630"/>
                  </a:cubicBezTo>
                  <a:cubicBezTo>
                    <a:pt x="1396" y="394"/>
                    <a:pt x="1517" y="0"/>
                    <a:pt x="12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24"/>
            <p:cNvSpPr/>
            <p:nvPr/>
          </p:nvSpPr>
          <p:spPr>
            <a:xfrm>
              <a:off x="7631310" y="4307587"/>
              <a:ext cx="38197" cy="47659"/>
            </a:xfrm>
            <a:custGeom>
              <a:rect b="b" l="l" r="r" t="t"/>
              <a:pathLst>
                <a:path extrusionOk="0" h="1914" w="1534">
                  <a:moveTo>
                    <a:pt x="1038" y="1"/>
                  </a:moveTo>
                  <a:cubicBezTo>
                    <a:pt x="689" y="1"/>
                    <a:pt x="260" y="715"/>
                    <a:pt x="140" y="954"/>
                  </a:cubicBezTo>
                  <a:cubicBezTo>
                    <a:pt x="84" y="1150"/>
                    <a:pt x="1" y="1317"/>
                    <a:pt x="1" y="1484"/>
                  </a:cubicBezTo>
                  <a:cubicBezTo>
                    <a:pt x="1" y="1651"/>
                    <a:pt x="112" y="1874"/>
                    <a:pt x="280" y="1902"/>
                  </a:cubicBezTo>
                  <a:cubicBezTo>
                    <a:pt x="317" y="1910"/>
                    <a:pt x="354" y="1913"/>
                    <a:pt x="391" y="1913"/>
                  </a:cubicBezTo>
                  <a:cubicBezTo>
                    <a:pt x="492" y="1913"/>
                    <a:pt x="588" y="1887"/>
                    <a:pt x="670" y="1846"/>
                  </a:cubicBezTo>
                  <a:cubicBezTo>
                    <a:pt x="781" y="1763"/>
                    <a:pt x="893" y="1651"/>
                    <a:pt x="949" y="1540"/>
                  </a:cubicBezTo>
                  <a:cubicBezTo>
                    <a:pt x="1144" y="1261"/>
                    <a:pt x="1534" y="341"/>
                    <a:pt x="1199" y="62"/>
                  </a:cubicBezTo>
                  <a:cubicBezTo>
                    <a:pt x="1149" y="19"/>
                    <a:pt x="1094" y="1"/>
                    <a:pt x="1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24"/>
            <p:cNvSpPr/>
            <p:nvPr/>
          </p:nvSpPr>
          <p:spPr>
            <a:xfrm>
              <a:off x="7843134" y="4331316"/>
              <a:ext cx="32320" cy="50024"/>
            </a:xfrm>
            <a:custGeom>
              <a:rect b="b" l="l" r="r" t="t"/>
              <a:pathLst>
                <a:path extrusionOk="0" h="2009" w="1298">
                  <a:moveTo>
                    <a:pt x="639" y="1"/>
                  </a:moveTo>
                  <a:cubicBezTo>
                    <a:pt x="1" y="1"/>
                    <a:pt x="191" y="1039"/>
                    <a:pt x="219" y="1479"/>
                  </a:cubicBezTo>
                  <a:cubicBezTo>
                    <a:pt x="247" y="1590"/>
                    <a:pt x="247" y="1730"/>
                    <a:pt x="330" y="1813"/>
                  </a:cubicBezTo>
                  <a:cubicBezTo>
                    <a:pt x="386" y="1925"/>
                    <a:pt x="498" y="2008"/>
                    <a:pt x="637" y="2008"/>
                  </a:cubicBezTo>
                  <a:cubicBezTo>
                    <a:pt x="721" y="2008"/>
                    <a:pt x="832" y="1897"/>
                    <a:pt x="888" y="1785"/>
                  </a:cubicBezTo>
                  <a:cubicBezTo>
                    <a:pt x="916" y="1674"/>
                    <a:pt x="944" y="1590"/>
                    <a:pt x="944" y="1479"/>
                  </a:cubicBezTo>
                  <a:cubicBezTo>
                    <a:pt x="971" y="1121"/>
                    <a:pt x="1298" y="1"/>
                    <a:pt x="687" y="1"/>
                  </a:cubicBezTo>
                  <a:cubicBezTo>
                    <a:pt x="680" y="1"/>
                    <a:pt x="672" y="1"/>
                    <a:pt x="665" y="1"/>
                  </a:cubicBezTo>
                  <a:cubicBezTo>
                    <a:pt x="656" y="1"/>
                    <a:pt x="648" y="1"/>
                    <a:pt x="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24"/>
            <p:cNvSpPr/>
            <p:nvPr/>
          </p:nvSpPr>
          <p:spPr>
            <a:xfrm>
              <a:off x="8011682" y="4231393"/>
              <a:ext cx="35433" cy="41334"/>
            </a:xfrm>
            <a:custGeom>
              <a:rect b="b" l="l" r="r" t="t"/>
              <a:pathLst>
                <a:path extrusionOk="0" h="1660" w="1423">
                  <a:moveTo>
                    <a:pt x="866" y="0"/>
                  </a:moveTo>
                  <a:cubicBezTo>
                    <a:pt x="792" y="0"/>
                    <a:pt x="709" y="17"/>
                    <a:pt x="614" y="56"/>
                  </a:cubicBezTo>
                  <a:cubicBezTo>
                    <a:pt x="0" y="363"/>
                    <a:pt x="614" y="1227"/>
                    <a:pt x="948" y="1506"/>
                  </a:cubicBezTo>
                  <a:cubicBezTo>
                    <a:pt x="994" y="1574"/>
                    <a:pt x="1094" y="1660"/>
                    <a:pt x="1190" y="1660"/>
                  </a:cubicBezTo>
                  <a:cubicBezTo>
                    <a:pt x="1212" y="1660"/>
                    <a:pt x="1234" y="1655"/>
                    <a:pt x="1255" y="1645"/>
                  </a:cubicBezTo>
                  <a:cubicBezTo>
                    <a:pt x="1394" y="1617"/>
                    <a:pt x="1422" y="1422"/>
                    <a:pt x="1422" y="1227"/>
                  </a:cubicBezTo>
                  <a:cubicBezTo>
                    <a:pt x="1422" y="837"/>
                    <a:pt x="1380" y="0"/>
                    <a:pt x="8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24"/>
            <p:cNvSpPr/>
            <p:nvPr/>
          </p:nvSpPr>
          <p:spPr>
            <a:xfrm>
              <a:off x="7997788" y="4300366"/>
              <a:ext cx="20169" cy="56672"/>
            </a:xfrm>
            <a:custGeom>
              <a:rect b="b" l="l" r="r" t="t"/>
              <a:pathLst>
                <a:path extrusionOk="0" h="2276" w="810">
                  <a:moveTo>
                    <a:pt x="287" y="1"/>
                  </a:moveTo>
                  <a:cubicBezTo>
                    <a:pt x="113" y="1"/>
                    <a:pt x="57" y="373"/>
                    <a:pt x="57" y="631"/>
                  </a:cubicBezTo>
                  <a:cubicBezTo>
                    <a:pt x="1" y="1105"/>
                    <a:pt x="57" y="1579"/>
                    <a:pt x="196" y="2025"/>
                  </a:cubicBezTo>
                  <a:cubicBezTo>
                    <a:pt x="252" y="2081"/>
                    <a:pt x="252" y="2164"/>
                    <a:pt x="280" y="2192"/>
                  </a:cubicBezTo>
                  <a:cubicBezTo>
                    <a:pt x="308" y="2220"/>
                    <a:pt x="391" y="2276"/>
                    <a:pt x="447" y="2276"/>
                  </a:cubicBezTo>
                  <a:cubicBezTo>
                    <a:pt x="531" y="2220"/>
                    <a:pt x="558" y="2164"/>
                    <a:pt x="586" y="2081"/>
                  </a:cubicBezTo>
                  <a:cubicBezTo>
                    <a:pt x="726" y="1663"/>
                    <a:pt x="809" y="1189"/>
                    <a:pt x="726" y="743"/>
                  </a:cubicBezTo>
                  <a:cubicBezTo>
                    <a:pt x="698" y="548"/>
                    <a:pt x="642" y="380"/>
                    <a:pt x="558" y="213"/>
                  </a:cubicBezTo>
                  <a:cubicBezTo>
                    <a:pt x="447" y="61"/>
                    <a:pt x="357" y="1"/>
                    <a:pt x="2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24"/>
            <p:cNvSpPr/>
            <p:nvPr/>
          </p:nvSpPr>
          <p:spPr>
            <a:xfrm>
              <a:off x="8144250" y="4245984"/>
              <a:ext cx="43749" cy="34810"/>
            </a:xfrm>
            <a:custGeom>
              <a:rect b="b" l="l" r="r" t="t"/>
              <a:pathLst>
                <a:path extrusionOk="0" h="1398" w="1757">
                  <a:moveTo>
                    <a:pt x="506" y="0"/>
                  </a:moveTo>
                  <a:cubicBezTo>
                    <a:pt x="354" y="0"/>
                    <a:pt x="223" y="56"/>
                    <a:pt x="168" y="223"/>
                  </a:cubicBezTo>
                  <a:cubicBezTo>
                    <a:pt x="1" y="557"/>
                    <a:pt x="586" y="920"/>
                    <a:pt x="809" y="1143"/>
                  </a:cubicBezTo>
                  <a:cubicBezTo>
                    <a:pt x="962" y="1270"/>
                    <a:pt x="1114" y="1397"/>
                    <a:pt x="1309" y="1397"/>
                  </a:cubicBezTo>
                  <a:cubicBezTo>
                    <a:pt x="1328" y="1397"/>
                    <a:pt x="1347" y="1396"/>
                    <a:pt x="1367" y="1393"/>
                  </a:cubicBezTo>
                  <a:cubicBezTo>
                    <a:pt x="1534" y="1338"/>
                    <a:pt x="1673" y="1170"/>
                    <a:pt x="1701" y="1003"/>
                  </a:cubicBezTo>
                  <a:cubicBezTo>
                    <a:pt x="1757" y="836"/>
                    <a:pt x="1673" y="641"/>
                    <a:pt x="1562" y="501"/>
                  </a:cubicBezTo>
                  <a:cubicBezTo>
                    <a:pt x="1478" y="362"/>
                    <a:pt x="1283" y="278"/>
                    <a:pt x="1144" y="195"/>
                  </a:cubicBezTo>
                  <a:cubicBezTo>
                    <a:pt x="1009" y="128"/>
                    <a:pt x="734" y="0"/>
                    <a:pt x="5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24"/>
            <p:cNvSpPr/>
            <p:nvPr/>
          </p:nvSpPr>
          <p:spPr>
            <a:xfrm>
              <a:off x="8139469" y="4352033"/>
              <a:ext cx="42977" cy="34885"/>
            </a:xfrm>
            <a:custGeom>
              <a:rect b="b" l="l" r="r" t="t"/>
              <a:pathLst>
                <a:path extrusionOk="0" h="1401" w="1726">
                  <a:moveTo>
                    <a:pt x="690" y="1"/>
                  </a:moveTo>
                  <a:cubicBezTo>
                    <a:pt x="0" y="1"/>
                    <a:pt x="732" y="991"/>
                    <a:pt x="973" y="1232"/>
                  </a:cubicBezTo>
                  <a:cubicBezTo>
                    <a:pt x="1079" y="1316"/>
                    <a:pt x="1200" y="1401"/>
                    <a:pt x="1325" y="1401"/>
                  </a:cubicBezTo>
                  <a:cubicBezTo>
                    <a:pt x="1365" y="1401"/>
                    <a:pt x="1406" y="1392"/>
                    <a:pt x="1447" y="1372"/>
                  </a:cubicBezTo>
                  <a:cubicBezTo>
                    <a:pt x="1586" y="1316"/>
                    <a:pt x="1614" y="1121"/>
                    <a:pt x="1670" y="981"/>
                  </a:cubicBezTo>
                  <a:cubicBezTo>
                    <a:pt x="1698" y="842"/>
                    <a:pt x="1726" y="703"/>
                    <a:pt x="1698" y="563"/>
                  </a:cubicBezTo>
                  <a:cubicBezTo>
                    <a:pt x="1614" y="340"/>
                    <a:pt x="1391" y="229"/>
                    <a:pt x="1140" y="117"/>
                  </a:cubicBezTo>
                  <a:cubicBezTo>
                    <a:pt x="1029" y="89"/>
                    <a:pt x="917" y="6"/>
                    <a:pt x="778" y="6"/>
                  </a:cubicBezTo>
                  <a:cubicBezTo>
                    <a:pt x="746" y="2"/>
                    <a:pt x="717" y="1"/>
                    <a:pt x="6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24"/>
            <p:cNvSpPr/>
            <p:nvPr/>
          </p:nvSpPr>
          <p:spPr>
            <a:xfrm>
              <a:off x="7931903" y="4443217"/>
              <a:ext cx="23580" cy="55602"/>
            </a:xfrm>
            <a:custGeom>
              <a:rect b="b" l="l" r="r" t="t"/>
              <a:pathLst>
                <a:path extrusionOk="0" h="2233" w="947">
                  <a:moveTo>
                    <a:pt x="395" y="1"/>
                  </a:moveTo>
                  <a:cubicBezTo>
                    <a:pt x="0" y="1"/>
                    <a:pt x="8" y="1502"/>
                    <a:pt x="55" y="1779"/>
                  </a:cubicBezTo>
                  <a:cubicBezTo>
                    <a:pt x="110" y="1919"/>
                    <a:pt x="138" y="2058"/>
                    <a:pt x="250" y="2142"/>
                  </a:cubicBezTo>
                  <a:cubicBezTo>
                    <a:pt x="308" y="2181"/>
                    <a:pt x="393" y="2233"/>
                    <a:pt x="487" y="2233"/>
                  </a:cubicBezTo>
                  <a:cubicBezTo>
                    <a:pt x="527" y="2233"/>
                    <a:pt x="570" y="2223"/>
                    <a:pt x="612" y="2197"/>
                  </a:cubicBezTo>
                  <a:cubicBezTo>
                    <a:pt x="724" y="2142"/>
                    <a:pt x="751" y="2030"/>
                    <a:pt x="807" y="1919"/>
                  </a:cubicBezTo>
                  <a:cubicBezTo>
                    <a:pt x="891" y="1584"/>
                    <a:pt x="947" y="1222"/>
                    <a:pt x="891" y="887"/>
                  </a:cubicBezTo>
                  <a:cubicBezTo>
                    <a:pt x="891" y="636"/>
                    <a:pt x="835" y="413"/>
                    <a:pt x="696" y="218"/>
                  </a:cubicBezTo>
                  <a:cubicBezTo>
                    <a:pt x="576" y="65"/>
                    <a:pt x="477" y="1"/>
                    <a:pt x="3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24"/>
            <p:cNvSpPr/>
            <p:nvPr/>
          </p:nvSpPr>
          <p:spPr>
            <a:xfrm>
              <a:off x="7719456" y="4427306"/>
              <a:ext cx="31972" cy="51468"/>
            </a:xfrm>
            <a:custGeom>
              <a:rect b="b" l="l" r="r" t="t"/>
              <a:pathLst>
                <a:path extrusionOk="0" h="2067" w="1284">
                  <a:moveTo>
                    <a:pt x="923" y="1"/>
                  </a:moveTo>
                  <a:cubicBezTo>
                    <a:pt x="786" y="1"/>
                    <a:pt x="664" y="139"/>
                    <a:pt x="558" y="244"/>
                  </a:cubicBezTo>
                  <a:cubicBezTo>
                    <a:pt x="224" y="579"/>
                    <a:pt x="29" y="1025"/>
                    <a:pt x="1" y="1526"/>
                  </a:cubicBezTo>
                  <a:cubicBezTo>
                    <a:pt x="1" y="1721"/>
                    <a:pt x="29" y="1972"/>
                    <a:pt x="196" y="2056"/>
                  </a:cubicBezTo>
                  <a:cubicBezTo>
                    <a:pt x="224" y="2063"/>
                    <a:pt x="254" y="2066"/>
                    <a:pt x="284" y="2066"/>
                  </a:cubicBezTo>
                  <a:cubicBezTo>
                    <a:pt x="376" y="2066"/>
                    <a:pt x="475" y="2035"/>
                    <a:pt x="558" y="1972"/>
                  </a:cubicBezTo>
                  <a:cubicBezTo>
                    <a:pt x="642" y="1917"/>
                    <a:pt x="726" y="1805"/>
                    <a:pt x="781" y="1694"/>
                  </a:cubicBezTo>
                  <a:cubicBezTo>
                    <a:pt x="1004" y="1415"/>
                    <a:pt x="1200" y="1108"/>
                    <a:pt x="1255" y="746"/>
                  </a:cubicBezTo>
                  <a:cubicBezTo>
                    <a:pt x="1283" y="551"/>
                    <a:pt x="1255" y="188"/>
                    <a:pt x="1060" y="49"/>
                  </a:cubicBezTo>
                  <a:cubicBezTo>
                    <a:pt x="1013" y="15"/>
                    <a:pt x="967" y="1"/>
                    <a:pt x="9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24"/>
            <p:cNvSpPr/>
            <p:nvPr/>
          </p:nvSpPr>
          <p:spPr>
            <a:xfrm>
              <a:off x="7429346" y="4203604"/>
              <a:ext cx="57967" cy="33291"/>
            </a:xfrm>
            <a:custGeom>
              <a:rect b="b" l="l" r="r" t="t"/>
              <a:pathLst>
                <a:path extrusionOk="0" h="1337" w="2328">
                  <a:moveTo>
                    <a:pt x="1539" y="1"/>
                  </a:moveTo>
                  <a:cubicBezTo>
                    <a:pt x="1199" y="1"/>
                    <a:pt x="817" y="76"/>
                    <a:pt x="669" y="113"/>
                  </a:cubicBezTo>
                  <a:cubicBezTo>
                    <a:pt x="530" y="169"/>
                    <a:pt x="362" y="224"/>
                    <a:pt x="251" y="336"/>
                  </a:cubicBezTo>
                  <a:cubicBezTo>
                    <a:pt x="112" y="447"/>
                    <a:pt x="28" y="587"/>
                    <a:pt x="0" y="754"/>
                  </a:cubicBezTo>
                  <a:cubicBezTo>
                    <a:pt x="0" y="949"/>
                    <a:pt x="139" y="1172"/>
                    <a:pt x="335" y="1284"/>
                  </a:cubicBezTo>
                  <a:cubicBezTo>
                    <a:pt x="435" y="1321"/>
                    <a:pt x="536" y="1336"/>
                    <a:pt x="634" y="1336"/>
                  </a:cubicBezTo>
                  <a:cubicBezTo>
                    <a:pt x="753" y="1336"/>
                    <a:pt x="869" y="1314"/>
                    <a:pt x="976" y="1284"/>
                  </a:cubicBezTo>
                  <a:cubicBezTo>
                    <a:pt x="1171" y="1200"/>
                    <a:pt x="1366" y="1088"/>
                    <a:pt x="1561" y="1005"/>
                  </a:cubicBezTo>
                  <a:cubicBezTo>
                    <a:pt x="1728" y="893"/>
                    <a:pt x="1951" y="754"/>
                    <a:pt x="2063" y="587"/>
                  </a:cubicBezTo>
                  <a:cubicBezTo>
                    <a:pt x="2327" y="120"/>
                    <a:pt x="1967" y="1"/>
                    <a:pt x="15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24"/>
            <p:cNvSpPr/>
            <p:nvPr/>
          </p:nvSpPr>
          <p:spPr>
            <a:xfrm>
              <a:off x="7527203" y="4336421"/>
              <a:ext cx="31249" cy="28286"/>
            </a:xfrm>
            <a:custGeom>
              <a:rect b="b" l="l" r="r" t="t"/>
              <a:pathLst>
                <a:path extrusionOk="0" h="1136" w="1255">
                  <a:moveTo>
                    <a:pt x="777" y="1"/>
                  </a:moveTo>
                  <a:cubicBezTo>
                    <a:pt x="476" y="1"/>
                    <a:pt x="103" y="540"/>
                    <a:pt x="56" y="772"/>
                  </a:cubicBezTo>
                  <a:cubicBezTo>
                    <a:pt x="0" y="884"/>
                    <a:pt x="56" y="995"/>
                    <a:pt x="112" y="1051"/>
                  </a:cubicBezTo>
                  <a:cubicBezTo>
                    <a:pt x="166" y="1105"/>
                    <a:pt x="243" y="1136"/>
                    <a:pt x="314" y="1136"/>
                  </a:cubicBezTo>
                  <a:cubicBezTo>
                    <a:pt x="352" y="1136"/>
                    <a:pt x="389" y="1126"/>
                    <a:pt x="419" y="1107"/>
                  </a:cubicBezTo>
                  <a:cubicBezTo>
                    <a:pt x="697" y="995"/>
                    <a:pt x="1255" y="410"/>
                    <a:pt x="948" y="75"/>
                  </a:cubicBezTo>
                  <a:cubicBezTo>
                    <a:pt x="896" y="23"/>
                    <a:pt x="838" y="1"/>
                    <a:pt x="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24"/>
            <p:cNvSpPr/>
            <p:nvPr/>
          </p:nvSpPr>
          <p:spPr>
            <a:xfrm>
              <a:off x="7445307" y="4177808"/>
              <a:ext cx="240185" cy="275543"/>
            </a:xfrm>
            <a:custGeom>
              <a:rect b="b" l="l" r="r" t="t"/>
              <a:pathLst>
                <a:path extrusionOk="0" h="11066" w="9646">
                  <a:moveTo>
                    <a:pt x="1653" y="1"/>
                  </a:moveTo>
                  <a:cubicBezTo>
                    <a:pt x="1090" y="1"/>
                    <a:pt x="584" y="182"/>
                    <a:pt x="223" y="647"/>
                  </a:cubicBezTo>
                  <a:cubicBezTo>
                    <a:pt x="0" y="926"/>
                    <a:pt x="0" y="1344"/>
                    <a:pt x="28" y="1706"/>
                  </a:cubicBezTo>
                  <a:cubicBezTo>
                    <a:pt x="195" y="3239"/>
                    <a:pt x="1115" y="4745"/>
                    <a:pt x="1896" y="6027"/>
                  </a:cubicBezTo>
                  <a:cubicBezTo>
                    <a:pt x="2453" y="6919"/>
                    <a:pt x="3039" y="7755"/>
                    <a:pt x="3735" y="8508"/>
                  </a:cubicBezTo>
                  <a:cubicBezTo>
                    <a:pt x="4711" y="9595"/>
                    <a:pt x="5882" y="10599"/>
                    <a:pt x="7276" y="10961"/>
                  </a:cubicBezTo>
                  <a:cubicBezTo>
                    <a:pt x="7502" y="11026"/>
                    <a:pt x="7750" y="11065"/>
                    <a:pt x="7996" y="11065"/>
                  </a:cubicBezTo>
                  <a:cubicBezTo>
                    <a:pt x="8385" y="11065"/>
                    <a:pt x="8769" y="10966"/>
                    <a:pt x="9060" y="10710"/>
                  </a:cubicBezTo>
                  <a:cubicBezTo>
                    <a:pt x="9422" y="10348"/>
                    <a:pt x="9617" y="9846"/>
                    <a:pt x="9617" y="9316"/>
                  </a:cubicBezTo>
                  <a:cubicBezTo>
                    <a:pt x="9645" y="8369"/>
                    <a:pt x="9227" y="7477"/>
                    <a:pt x="8837" y="6585"/>
                  </a:cubicBezTo>
                  <a:cubicBezTo>
                    <a:pt x="8000" y="4856"/>
                    <a:pt x="7025" y="3072"/>
                    <a:pt x="5575" y="1790"/>
                  </a:cubicBezTo>
                  <a:cubicBezTo>
                    <a:pt x="4801" y="1115"/>
                    <a:pt x="3050" y="1"/>
                    <a:pt x="1653" y="1"/>
                  </a:cubicBezTo>
                  <a:close/>
                </a:path>
              </a:pathLst>
            </a:custGeom>
            <a:solidFill>
              <a:srgbClr val="FBF7E4">
                <a:alpha val="2274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24"/>
            <p:cNvSpPr/>
            <p:nvPr/>
          </p:nvSpPr>
          <p:spPr>
            <a:xfrm>
              <a:off x="8205330" y="4343069"/>
              <a:ext cx="149948" cy="191232"/>
            </a:xfrm>
            <a:custGeom>
              <a:rect b="b" l="l" r="r" t="t"/>
              <a:pathLst>
                <a:path extrusionOk="0" h="7680" w="6022">
                  <a:moveTo>
                    <a:pt x="5534" y="0"/>
                  </a:moveTo>
                  <a:cubicBezTo>
                    <a:pt x="5334" y="0"/>
                    <a:pt x="5280" y="289"/>
                    <a:pt x="5185" y="477"/>
                  </a:cubicBezTo>
                  <a:cubicBezTo>
                    <a:pt x="4544" y="1871"/>
                    <a:pt x="3680" y="3181"/>
                    <a:pt x="2677" y="4352"/>
                  </a:cubicBezTo>
                  <a:cubicBezTo>
                    <a:pt x="2119" y="5021"/>
                    <a:pt x="1478" y="5578"/>
                    <a:pt x="781" y="6080"/>
                  </a:cubicBezTo>
                  <a:cubicBezTo>
                    <a:pt x="558" y="6275"/>
                    <a:pt x="279" y="6470"/>
                    <a:pt x="140" y="6749"/>
                  </a:cubicBezTo>
                  <a:cubicBezTo>
                    <a:pt x="1" y="7028"/>
                    <a:pt x="1" y="7418"/>
                    <a:pt x="279" y="7585"/>
                  </a:cubicBezTo>
                  <a:cubicBezTo>
                    <a:pt x="358" y="7651"/>
                    <a:pt x="456" y="7680"/>
                    <a:pt x="558" y="7680"/>
                  </a:cubicBezTo>
                  <a:cubicBezTo>
                    <a:pt x="671" y="7680"/>
                    <a:pt x="790" y="7644"/>
                    <a:pt x="893" y="7585"/>
                  </a:cubicBezTo>
                  <a:cubicBezTo>
                    <a:pt x="1116" y="7474"/>
                    <a:pt x="1255" y="7334"/>
                    <a:pt x="1422" y="7167"/>
                  </a:cubicBezTo>
                  <a:cubicBezTo>
                    <a:pt x="1729" y="6861"/>
                    <a:pt x="2036" y="6526"/>
                    <a:pt x="2370" y="6192"/>
                  </a:cubicBezTo>
                  <a:cubicBezTo>
                    <a:pt x="3346" y="5216"/>
                    <a:pt x="4321" y="4240"/>
                    <a:pt x="5046" y="3042"/>
                  </a:cubicBezTo>
                  <a:cubicBezTo>
                    <a:pt x="5464" y="2401"/>
                    <a:pt x="5910" y="1481"/>
                    <a:pt x="5994" y="672"/>
                  </a:cubicBezTo>
                  <a:cubicBezTo>
                    <a:pt x="6022" y="449"/>
                    <a:pt x="5910" y="115"/>
                    <a:pt x="5659" y="31"/>
                  </a:cubicBezTo>
                  <a:cubicBezTo>
                    <a:pt x="5612" y="10"/>
                    <a:pt x="5571" y="0"/>
                    <a:pt x="5534" y="0"/>
                  </a:cubicBezTo>
                  <a:close/>
                </a:path>
              </a:pathLst>
            </a:custGeom>
            <a:solidFill>
              <a:srgbClr val="FBF7E4">
                <a:alpha val="2274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24"/>
            <p:cNvSpPr/>
            <p:nvPr/>
          </p:nvSpPr>
          <p:spPr>
            <a:xfrm>
              <a:off x="5720459" y="4148451"/>
              <a:ext cx="917640" cy="591699"/>
            </a:xfrm>
            <a:custGeom>
              <a:rect b="b" l="l" r="r" t="t"/>
              <a:pathLst>
                <a:path extrusionOk="0" h="23763" w="36853">
                  <a:moveTo>
                    <a:pt x="18580" y="1"/>
                  </a:moveTo>
                  <a:cubicBezTo>
                    <a:pt x="13747" y="1"/>
                    <a:pt x="8972" y="1487"/>
                    <a:pt x="5715" y="4502"/>
                  </a:cubicBezTo>
                  <a:cubicBezTo>
                    <a:pt x="5297" y="4892"/>
                    <a:pt x="4879" y="5310"/>
                    <a:pt x="4489" y="5757"/>
                  </a:cubicBezTo>
                  <a:cubicBezTo>
                    <a:pt x="1757" y="8934"/>
                    <a:pt x="1" y="13534"/>
                    <a:pt x="2175" y="17353"/>
                  </a:cubicBezTo>
                  <a:cubicBezTo>
                    <a:pt x="3820" y="20196"/>
                    <a:pt x="7137" y="21701"/>
                    <a:pt x="10315" y="22537"/>
                  </a:cubicBezTo>
                  <a:cubicBezTo>
                    <a:pt x="13339" y="23360"/>
                    <a:pt x="16481" y="23763"/>
                    <a:pt x="19615" y="23763"/>
                  </a:cubicBezTo>
                  <a:cubicBezTo>
                    <a:pt x="21046" y="23763"/>
                    <a:pt x="22475" y="23679"/>
                    <a:pt x="23890" y="23513"/>
                  </a:cubicBezTo>
                  <a:cubicBezTo>
                    <a:pt x="26204" y="23234"/>
                    <a:pt x="28462" y="22760"/>
                    <a:pt x="30552" y="21729"/>
                  </a:cubicBezTo>
                  <a:cubicBezTo>
                    <a:pt x="32615" y="20698"/>
                    <a:pt x="34455" y="19081"/>
                    <a:pt x="35431" y="17046"/>
                  </a:cubicBezTo>
                  <a:cubicBezTo>
                    <a:pt x="36852" y="14035"/>
                    <a:pt x="36378" y="10356"/>
                    <a:pt x="34594" y="7568"/>
                  </a:cubicBezTo>
                  <a:cubicBezTo>
                    <a:pt x="31352" y="2555"/>
                    <a:pt x="24917" y="1"/>
                    <a:pt x="185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24"/>
            <p:cNvSpPr/>
            <p:nvPr/>
          </p:nvSpPr>
          <p:spPr>
            <a:xfrm>
              <a:off x="5859301" y="4148251"/>
              <a:ext cx="718415" cy="383012"/>
            </a:xfrm>
            <a:custGeom>
              <a:rect b="b" l="l" r="r" t="t"/>
              <a:pathLst>
                <a:path extrusionOk="0" h="15382" w="28852">
                  <a:moveTo>
                    <a:pt x="12913" y="1"/>
                  </a:moveTo>
                  <a:cubicBezTo>
                    <a:pt x="11762" y="1"/>
                    <a:pt x="10620" y="89"/>
                    <a:pt x="9506" y="245"/>
                  </a:cubicBezTo>
                  <a:cubicBezTo>
                    <a:pt x="10063" y="942"/>
                    <a:pt x="10481" y="1527"/>
                    <a:pt x="10481" y="1527"/>
                  </a:cubicBezTo>
                  <a:cubicBezTo>
                    <a:pt x="10481" y="1527"/>
                    <a:pt x="7889" y="2029"/>
                    <a:pt x="6411" y="2615"/>
                  </a:cubicBezTo>
                  <a:cubicBezTo>
                    <a:pt x="3847" y="3618"/>
                    <a:pt x="1840" y="4817"/>
                    <a:pt x="0" y="6907"/>
                  </a:cubicBezTo>
                  <a:cubicBezTo>
                    <a:pt x="2788" y="6238"/>
                    <a:pt x="5631" y="5765"/>
                    <a:pt x="8502" y="5514"/>
                  </a:cubicBezTo>
                  <a:cubicBezTo>
                    <a:pt x="8821" y="5477"/>
                    <a:pt x="9150" y="5450"/>
                    <a:pt x="9475" y="5450"/>
                  </a:cubicBezTo>
                  <a:cubicBezTo>
                    <a:pt x="10144" y="5450"/>
                    <a:pt x="10802" y="5566"/>
                    <a:pt x="11345" y="5960"/>
                  </a:cubicBezTo>
                  <a:cubicBezTo>
                    <a:pt x="12014" y="6461"/>
                    <a:pt x="12321" y="7242"/>
                    <a:pt x="12600" y="8022"/>
                  </a:cubicBezTo>
                  <a:cubicBezTo>
                    <a:pt x="13408" y="10392"/>
                    <a:pt x="13854" y="12873"/>
                    <a:pt x="13938" y="15381"/>
                  </a:cubicBezTo>
                  <a:cubicBezTo>
                    <a:pt x="16251" y="13514"/>
                    <a:pt x="17840" y="10698"/>
                    <a:pt x="18203" y="7744"/>
                  </a:cubicBezTo>
                  <a:cubicBezTo>
                    <a:pt x="18286" y="7158"/>
                    <a:pt x="18314" y="6517"/>
                    <a:pt x="18677" y="6043"/>
                  </a:cubicBezTo>
                  <a:cubicBezTo>
                    <a:pt x="19150" y="5346"/>
                    <a:pt x="20098" y="5123"/>
                    <a:pt x="20962" y="5068"/>
                  </a:cubicBezTo>
                  <a:cubicBezTo>
                    <a:pt x="21229" y="5049"/>
                    <a:pt x="21496" y="5040"/>
                    <a:pt x="21763" y="5040"/>
                  </a:cubicBezTo>
                  <a:cubicBezTo>
                    <a:pt x="24284" y="5040"/>
                    <a:pt x="26784" y="5863"/>
                    <a:pt x="28851" y="7326"/>
                  </a:cubicBezTo>
                  <a:cubicBezTo>
                    <a:pt x="26956" y="4622"/>
                    <a:pt x="24168" y="2615"/>
                    <a:pt x="20962" y="1444"/>
                  </a:cubicBezTo>
                  <a:cubicBezTo>
                    <a:pt x="20238" y="1378"/>
                    <a:pt x="19501" y="1349"/>
                    <a:pt x="18764" y="1349"/>
                  </a:cubicBezTo>
                  <a:cubicBezTo>
                    <a:pt x="17940" y="1349"/>
                    <a:pt x="17116" y="1385"/>
                    <a:pt x="16307" y="1444"/>
                  </a:cubicBezTo>
                  <a:cubicBezTo>
                    <a:pt x="16303" y="1444"/>
                    <a:pt x="16299" y="1444"/>
                    <a:pt x="16295" y="1444"/>
                  </a:cubicBezTo>
                  <a:cubicBezTo>
                    <a:pt x="15945" y="1444"/>
                    <a:pt x="14798" y="326"/>
                    <a:pt x="14495" y="106"/>
                  </a:cubicBezTo>
                  <a:cubicBezTo>
                    <a:pt x="14439" y="78"/>
                    <a:pt x="14412" y="78"/>
                    <a:pt x="14384" y="50"/>
                  </a:cubicBezTo>
                  <a:cubicBezTo>
                    <a:pt x="13893" y="17"/>
                    <a:pt x="13402" y="1"/>
                    <a:pt x="12913" y="1"/>
                  </a:cubicBezTo>
                  <a:close/>
                </a:path>
              </a:pathLst>
            </a:custGeom>
            <a:solidFill>
              <a:srgbClr val="FBF7E4">
                <a:alpha val="2274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24"/>
            <p:cNvSpPr/>
            <p:nvPr/>
          </p:nvSpPr>
          <p:spPr>
            <a:xfrm>
              <a:off x="6322242" y="4463212"/>
              <a:ext cx="246435" cy="200619"/>
            </a:xfrm>
            <a:custGeom>
              <a:rect b="b" l="l" r="r" t="t"/>
              <a:pathLst>
                <a:path extrusionOk="0" fill="none" h="8057" w="9897">
                  <a:moveTo>
                    <a:pt x="9562" y="1"/>
                  </a:moveTo>
                  <a:cubicBezTo>
                    <a:pt x="9897" y="1534"/>
                    <a:pt x="9423" y="3206"/>
                    <a:pt x="8419" y="4433"/>
                  </a:cubicBezTo>
                  <a:cubicBezTo>
                    <a:pt x="7471" y="5687"/>
                    <a:pt x="6050" y="6523"/>
                    <a:pt x="4600" y="7081"/>
                  </a:cubicBezTo>
                  <a:cubicBezTo>
                    <a:pt x="3151" y="7639"/>
                    <a:pt x="1562" y="7889"/>
                    <a:pt x="1" y="8057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24"/>
            <p:cNvSpPr/>
            <p:nvPr/>
          </p:nvSpPr>
          <p:spPr>
            <a:xfrm>
              <a:off x="6250057" y="4667292"/>
              <a:ext cx="36130" cy="2789"/>
            </a:xfrm>
            <a:custGeom>
              <a:rect b="b" l="l" r="r" t="t"/>
              <a:pathLst>
                <a:path extrusionOk="0" fill="none" h="112" w="1451">
                  <a:moveTo>
                    <a:pt x="1450" y="0"/>
                  </a:moveTo>
                  <a:cubicBezTo>
                    <a:pt x="949" y="112"/>
                    <a:pt x="503" y="112"/>
                    <a:pt x="1" y="56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24"/>
            <p:cNvSpPr/>
            <p:nvPr/>
          </p:nvSpPr>
          <p:spPr>
            <a:xfrm>
              <a:off x="6141095" y="4186971"/>
              <a:ext cx="14591" cy="31947"/>
            </a:xfrm>
            <a:custGeom>
              <a:rect b="b" l="l" r="r" t="t"/>
              <a:pathLst>
                <a:path extrusionOk="0" fill="none" h="1283" w="586">
                  <a:moveTo>
                    <a:pt x="0" y="0"/>
                  </a:moveTo>
                  <a:cubicBezTo>
                    <a:pt x="279" y="363"/>
                    <a:pt x="474" y="781"/>
                    <a:pt x="586" y="1283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24"/>
            <p:cNvSpPr/>
            <p:nvPr/>
          </p:nvSpPr>
          <p:spPr>
            <a:xfrm>
              <a:off x="5925934" y="4642292"/>
              <a:ext cx="131895" cy="31947"/>
            </a:xfrm>
            <a:custGeom>
              <a:rect b="b" l="l" r="r" t="t"/>
              <a:pathLst>
                <a:path extrusionOk="0" fill="none" h="1283" w="5297">
                  <a:moveTo>
                    <a:pt x="0" y="1"/>
                  </a:moveTo>
                  <a:cubicBezTo>
                    <a:pt x="1673" y="725"/>
                    <a:pt x="3429" y="1143"/>
                    <a:pt x="5296" y="1283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24"/>
            <p:cNvSpPr/>
            <p:nvPr/>
          </p:nvSpPr>
          <p:spPr>
            <a:xfrm>
              <a:off x="5812788" y="4370210"/>
              <a:ext cx="130501" cy="192029"/>
            </a:xfrm>
            <a:custGeom>
              <a:rect b="b" l="l" r="r" t="t"/>
              <a:pathLst>
                <a:path extrusionOk="0" h="7712" w="5241">
                  <a:moveTo>
                    <a:pt x="2337" y="1"/>
                  </a:moveTo>
                  <a:cubicBezTo>
                    <a:pt x="973" y="1"/>
                    <a:pt x="47" y="1816"/>
                    <a:pt x="0" y="3122"/>
                  </a:cubicBezTo>
                  <a:cubicBezTo>
                    <a:pt x="0" y="4098"/>
                    <a:pt x="307" y="4990"/>
                    <a:pt x="753" y="5882"/>
                  </a:cubicBezTo>
                  <a:cubicBezTo>
                    <a:pt x="1060" y="6467"/>
                    <a:pt x="1450" y="7053"/>
                    <a:pt x="2007" y="7387"/>
                  </a:cubicBezTo>
                  <a:cubicBezTo>
                    <a:pt x="2316" y="7588"/>
                    <a:pt x="2692" y="7711"/>
                    <a:pt x="3056" y="7711"/>
                  </a:cubicBezTo>
                  <a:cubicBezTo>
                    <a:pt x="3351" y="7711"/>
                    <a:pt x="3638" y="7630"/>
                    <a:pt x="3875" y="7443"/>
                  </a:cubicBezTo>
                  <a:cubicBezTo>
                    <a:pt x="4154" y="7220"/>
                    <a:pt x="4377" y="6913"/>
                    <a:pt x="4516" y="6607"/>
                  </a:cubicBezTo>
                  <a:cubicBezTo>
                    <a:pt x="5213" y="5102"/>
                    <a:pt x="5241" y="3318"/>
                    <a:pt x="4572" y="1840"/>
                  </a:cubicBezTo>
                  <a:cubicBezTo>
                    <a:pt x="4265" y="1171"/>
                    <a:pt x="3847" y="530"/>
                    <a:pt x="3178" y="223"/>
                  </a:cubicBezTo>
                  <a:cubicBezTo>
                    <a:pt x="2883" y="69"/>
                    <a:pt x="2602" y="1"/>
                    <a:pt x="2337" y="1"/>
                  </a:cubicBezTo>
                  <a:close/>
                </a:path>
              </a:pathLst>
            </a:custGeom>
            <a:solidFill>
              <a:srgbClr val="FBF7E4">
                <a:alpha val="2274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24"/>
            <p:cNvSpPr/>
            <p:nvPr/>
          </p:nvSpPr>
          <p:spPr>
            <a:xfrm>
              <a:off x="6346545" y="4360773"/>
              <a:ext cx="179106" cy="237123"/>
            </a:xfrm>
            <a:custGeom>
              <a:rect b="b" l="l" r="r" t="t"/>
              <a:pathLst>
                <a:path extrusionOk="0" h="9523" w="7193">
                  <a:moveTo>
                    <a:pt x="5725" y="0"/>
                  </a:moveTo>
                  <a:cubicBezTo>
                    <a:pt x="4767" y="0"/>
                    <a:pt x="3602" y="1118"/>
                    <a:pt x="2927" y="1829"/>
                  </a:cubicBezTo>
                  <a:cubicBezTo>
                    <a:pt x="1673" y="3139"/>
                    <a:pt x="725" y="4756"/>
                    <a:pt x="251" y="6484"/>
                  </a:cubicBezTo>
                  <a:cubicBezTo>
                    <a:pt x="112" y="6986"/>
                    <a:pt x="1" y="7488"/>
                    <a:pt x="84" y="8017"/>
                  </a:cubicBezTo>
                  <a:cubicBezTo>
                    <a:pt x="140" y="8547"/>
                    <a:pt x="391" y="9021"/>
                    <a:pt x="837" y="9299"/>
                  </a:cubicBezTo>
                  <a:cubicBezTo>
                    <a:pt x="1074" y="9452"/>
                    <a:pt x="1364" y="9522"/>
                    <a:pt x="1654" y="9522"/>
                  </a:cubicBezTo>
                  <a:cubicBezTo>
                    <a:pt x="1841" y="9522"/>
                    <a:pt x="2028" y="9493"/>
                    <a:pt x="2203" y="9439"/>
                  </a:cubicBezTo>
                  <a:cubicBezTo>
                    <a:pt x="2649" y="9355"/>
                    <a:pt x="3067" y="9076"/>
                    <a:pt x="3429" y="8826"/>
                  </a:cubicBezTo>
                  <a:cubicBezTo>
                    <a:pt x="5325" y="7432"/>
                    <a:pt x="6663" y="5258"/>
                    <a:pt x="7053" y="2944"/>
                  </a:cubicBezTo>
                  <a:cubicBezTo>
                    <a:pt x="7137" y="2331"/>
                    <a:pt x="7192" y="1717"/>
                    <a:pt x="6969" y="1160"/>
                  </a:cubicBezTo>
                  <a:cubicBezTo>
                    <a:pt x="6680" y="312"/>
                    <a:pt x="6231" y="0"/>
                    <a:pt x="5725" y="0"/>
                  </a:cubicBezTo>
                  <a:close/>
                </a:path>
              </a:pathLst>
            </a:custGeom>
            <a:solidFill>
              <a:srgbClr val="FBF7E4">
                <a:alpha val="2274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24"/>
            <p:cNvSpPr/>
            <p:nvPr/>
          </p:nvSpPr>
          <p:spPr>
            <a:xfrm rot="8100000">
              <a:off x="7745830" y="2271944"/>
              <a:ext cx="217284" cy="219351"/>
            </a:xfrm>
            <a:custGeom>
              <a:rect b="b" l="l" r="r" t="t"/>
              <a:pathLst>
                <a:path extrusionOk="0" fill="none" h="8809" w="8726">
                  <a:moveTo>
                    <a:pt x="1561" y="8809"/>
                  </a:moveTo>
                  <a:cubicBezTo>
                    <a:pt x="1004" y="7917"/>
                    <a:pt x="474" y="6969"/>
                    <a:pt x="251" y="5966"/>
                  </a:cubicBezTo>
                  <a:cubicBezTo>
                    <a:pt x="0" y="4962"/>
                    <a:pt x="56" y="3791"/>
                    <a:pt x="558" y="2899"/>
                  </a:cubicBezTo>
                  <a:cubicBezTo>
                    <a:pt x="1060" y="1980"/>
                    <a:pt x="2091" y="1283"/>
                    <a:pt x="3122" y="1366"/>
                  </a:cubicBezTo>
                  <a:cubicBezTo>
                    <a:pt x="4182" y="1422"/>
                    <a:pt x="5157" y="2370"/>
                    <a:pt x="5102" y="3401"/>
                  </a:cubicBezTo>
                  <a:cubicBezTo>
                    <a:pt x="5102" y="3875"/>
                    <a:pt x="4906" y="4321"/>
                    <a:pt x="4544" y="4600"/>
                  </a:cubicBezTo>
                  <a:cubicBezTo>
                    <a:pt x="4210" y="4879"/>
                    <a:pt x="3680" y="4990"/>
                    <a:pt x="3290" y="4767"/>
                  </a:cubicBezTo>
                  <a:cubicBezTo>
                    <a:pt x="2872" y="4600"/>
                    <a:pt x="2593" y="4154"/>
                    <a:pt x="2537" y="3652"/>
                  </a:cubicBezTo>
                  <a:cubicBezTo>
                    <a:pt x="2453" y="3206"/>
                    <a:pt x="2593" y="2732"/>
                    <a:pt x="2816" y="2314"/>
                  </a:cubicBezTo>
                  <a:cubicBezTo>
                    <a:pt x="3345" y="1255"/>
                    <a:pt x="4349" y="502"/>
                    <a:pt x="5464" y="251"/>
                  </a:cubicBezTo>
                  <a:cubicBezTo>
                    <a:pt x="6579" y="0"/>
                    <a:pt x="7833" y="307"/>
                    <a:pt x="8725" y="1060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5" name="Google Shape;445;p24"/>
          <p:cNvSpPr/>
          <p:nvPr/>
        </p:nvSpPr>
        <p:spPr>
          <a:xfrm>
            <a:off x="3823798" y="3762186"/>
            <a:ext cx="217277" cy="219344"/>
          </a:xfrm>
          <a:custGeom>
            <a:rect b="b" l="l" r="r" t="t"/>
            <a:pathLst>
              <a:path extrusionOk="0" fill="none" h="8809" w="8726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4"/>
          <p:cNvSpPr/>
          <p:nvPr/>
        </p:nvSpPr>
        <p:spPr>
          <a:xfrm rot="3636711">
            <a:off x="677297" y="4337891"/>
            <a:ext cx="217295" cy="219362"/>
          </a:xfrm>
          <a:custGeom>
            <a:rect b="b" l="l" r="r" t="t"/>
            <a:pathLst>
              <a:path extrusionOk="0" fill="none" h="8809" w="8726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0" i="0" lang="sk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0" i="0" lang="sk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0" i="0" lang="sk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0" i="0" lang="sk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0" i="0" lang="sk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sk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Obrázok, na ktorom je písmo, grafika, grafický dizajn, snímka obrazovky&#10;&#10;Obsah vygenerovaný pomocou AI môže byť nesprávny." id="447" name="Google Shape;44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1498" y="736758"/>
            <a:ext cx="6901004" cy="1534642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24"/>
          <p:cNvSpPr txBox="1"/>
          <p:nvPr/>
        </p:nvSpPr>
        <p:spPr>
          <a:xfrm>
            <a:off x="1121498" y="2585751"/>
            <a:ext cx="3940996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arcellus"/>
              <a:buNone/>
            </a:pPr>
            <a:r>
              <a:rPr b="1" i="0" lang="sk" sz="2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„To najlepšie z nás.“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5"/>
          <p:cNvSpPr/>
          <p:nvPr/>
        </p:nvSpPr>
        <p:spPr>
          <a:xfrm flipH="1">
            <a:off x="215887" y="1040233"/>
            <a:ext cx="4342487" cy="3787800"/>
          </a:xfrm>
          <a:custGeom>
            <a:rect b="b" l="l" r="r" t="t"/>
            <a:pathLst>
              <a:path extrusionOk="0" h="89381" w="102470">
                <a:moveTo>
                  <a:pt x="56831" y="0"/>
                </a:moveTo>
                <a:cubicBezTo>
                  <a:pt x="53643" y="0"/>
                  <a:pt x="50453" y="484"/>
                  <a:pt x="47667" y="1960"/>
                </a:cubicBezTo>
                <a:cubicBezTo>
                  <a:pt x="42008" y="5027"/>
                  <a:pt x="39276" y="11466"/>
                  <a:pt x="36823" y="17431"/>
                </a:cubicBezTo>
                <a:cubicBezTo>
                  <a:pt x="34398" y="23397"/>
                  <a:pt x="31360" y="29808"/>
                  <a:pt x="25478" y="32400"/>
                </a:cubicBezTo>
                <a:cubicBezTo>
                  <a:pt x="20070" y="34825"/>
                  <a:pt x="13492" y="33348"/>
                  <a:pt x="8195" y="35996"/>
                </a:cubicBezTo>
                <a:cubicBezTo>
                  <a:pt x="2648" y="38756"/>
                  <a:pt x="0" y="45613"/>
                  <a:pt x="725" y="51746"/>
                </a:cubicBezTo>
                <a:cubicBezTo>
                  <a:pt x="1450" y="57906"/>
                  <a:pt x="4934" y="63398"/>
                  <a:pt x="9032" y="68053"/>
                </a:cubicBezTo>
                <a:cubicBezTo>
                  <a:pt x="20907" y="81555"/>
                  <a:pt x="38847" y="89381"/>
                  <a:pt x="56778" y="89381"/>
                </a:cubicBezTo>
                <a:cubicBezTo>
                  <a:pt x="60355" y="89381"/>
                  <a:pt x="63931" y="89069"/>
                  <a:pt x="67458" y="88430"/>
                </a:cubicBezTo>
                <a:cubicBezTo>
                  <a:pt x="72810" y="87454"/>
                  <a:pt x="78162" y="85753"/>
                  <a:pt x="82706" y="82771"/>
                </a:cubicBezTo>
                <a:cubicBezTo>
                  <a:pt x="90149" y="77893"/>
                  <a:pt x="95055" y="69837"/>
                  <a:pt x="97619" y="61335"/>
                </a:cubicBezTo>
                <a:cubicBezTo>
                  <a:pt x="100825" y="50742"/>
                  <a:pt x="102470" y="39090"/>
                  <a:pt x="99571" y="28135"/>
                </a:cubicBezTo>
                <a:cubicBezTo>
                  <a:pt x="97146" y="18853"/>
                  <a:pt x="90288" y="11215"/>
                  <a:pt x="81926" y="6755"/>
                </a:cubicBezTo>
                <a:cubicBezTo>
                  <a:pt x="79222" y="5333"/>
                  <a:pt x="76434" y="4163"/>
                  <a:pt x="73591" y="3131"/>
                </a:cubicBezTo>
                <a:cubicBezTo>
                  <a:pt x="69242" y="1542"/>
                  <a:pt x="64671" y="567"/>
                  <a:pt x="60071" y="149"/>
                </a:cubicBezTo>
                <a:cubicBezTo>
                  <a:pt x="59002" y="57"/>
                  <a:pt x="57917" y="0"/>
                  <a:pt x="5683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5"/>
          <p:cNvSpPr txBox="1"/>
          <p:nvPr>
            <p:ph idx="2" type="title"/>
          </p:nvPr>
        </p:nvSpPr>
        <p:spPr>
          <a:xfrm>
            <a:off x="4265883" y="544838"/>
            <a:ext cx="4454525" cy="933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sk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Skutočne profesionálna prevádzka </a:t>
            </a:r>
            <a:endParaRPr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55" name="Google Shape;455;p25"/>
          <p:cNvGrpSpPr/>
          <p:nvPr/>
        </p:nvGrpSpPr>
        <p:grpSpPr>
          <a:xfrm>
            <a:off x="148087" y="3464875"/>
            <a:ext cx="1085983" cy="1186200"/>
            <a:chOff x="7815850" y="3511050"/>
            <a:chExt cx="1085983" cy="1186200"/>
          </a:xfrm>
        </p:grpSpPr>
        <p:sp>
          <p:nvSpPr>
            <p:cNvPr id="456" name="Google Shape;456;p25"/>
            <p:cNvSpPr/>
            <p:nvPr/>
          </p:nvSpPr>
          <p:spPr>
            <a:xfrm>
              <a:off x="7815850" y="3511050"/>
              <a:ext cx="1085983" cy="988546"/>
            </a:xfrm>
            <a:custGeom>
              <a:rect b="b" l="l" r="r" t="t"/>
              <a:pathLst>
                <a:path extrusionOk="0" h="23852" w="26203">
                  <a:moveTo>
                    <a:pt x="13254" y="0"/>
                  </a:moveTo>
                  <a:cubicBezTo>
                    <a:pt x="9423" y="0"/>
                    <a:pt x="5701" y="1562"/>
                    <a:pt x="3391" y="4890"/>
                  </a:cubicBezTo>
                  <a:cubicBezTo>
                    <a:pt x="1" y="9691"/>
                    <a:pt x="869" y="17014"/>
                    <a:pt x="5317" y="20893"/>
                  </a:cubicBezTo>
                  <a:cubicBezTo>
                    <a:pt x="7521" y="22803"/>
                    <a:pt x="10471" y="23852"/>
                    <a:pt x="13403" y="23852"/>
                  </a:cubicBezTo>
                  <a:cubicBezTo>
                    <a:pt x="14260" y="23852"/>
                    <a:pt x="15115" y="23762"/>
                    <a:pt x="15950" y="23578"/>
                  </a:cubicBezTo>
                  <a:cubicBezTo>
                    <a:pt x="20696" y="22493"/>
                    <a:pt x="24602" y="18343"/>
                    <a:pt x="25362" y="13515"/>
                  </a:cubicBezTo>
                  <a:cubicBezTo>
                    <a:pt x="26202" y="8009"/>
                    <a:pt x="23002" y="2313"/>
                    <a:pt x="17658" y="686"/>
                  </a:cubicBezTo>
                  <a:cubicBezTo>
                    <a:pt x="16224" y="233"/>
                    <a:pt x="14731" y="0"/>
                    <a:pt x="132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25"/>
            <p:cNvSpPr/>
            <p:nvPr/>
          </p:nvSpPr>
          <p:spPr>
            <a:xfrm>
              <a:off x="8070800" y="4398400"/>
              <a:ext cx="368900" cy="298850"/>
            </a:xfrm>
            <a:custGeom>
              <a:rect b="b" l="l" r="r" t="t"/>
              <a:pathLst>
                <a:path extrusionOk="0" h="11954" w="14756">
                  <a:moveTo>
                    <a:pt x="6109" y="1"/>
                  </a:moveTo>
                  <a:cubicBezTo>
                    <a:pt x="5608" y="1"/>
                    <a:pt x="5106" y="51"/>
                    <a:pt x="4611" y="157"/>
                  </a:cubicBezTo>
                  <a:cubicBezTo>
                    <a:pt x="2658" y="591"/>
                    <a:pt x="895" y="2056"/>
                    <a:pt x="407" y="3982"/>
                  </a:cubicBezTo>
                  <a:cubicBezTo>
                    <a:pt x="0" y="5609"/>
                    <a:pt x="543" y="7372"/>
                    <a:pt x="1546" y="8755"/>
                  </a:cubicBezTo>
                  <a:cubicBezTo>
                    <a:pt x="2976" y="10782"/>
                    <a:pt x="5279" y="11953"/>
                    <a:pt x="7559" y="11953"/>
                  </a:cubicBezTo>
                  <a:cubicBezTo>
                    <a:pt x="9216" y="11953"/>
                    <a:pt x="10862" y="11334"/>
                    <a:pt x="12152" y="9976"/>
                  </a:cubicBezTo>
                  <a:cubicBezTo>
                    <a:pt x="14593" y="7399"/>
                    <a:pt x="14756" y="4280"/>
                    <a:pt x="11799" y="2083"/>
                  </a:cubicBezTo>
                  <a:cubicBezTo>
                    <a:pt x="10208" y="840"/>
                    <a:pt x="8161" y="1"/>
                    <a:pt x="61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25"/>
            <p:cNvSpPr/>
            <p:nvPr/>
          </p:nvSpPr>
          <p:spPr>
            <a:xfrm>
              <a:off x="8267450" y="4382650"/>
              <a:ext cx="127500" cy="129850"/>
            </a:xfrm>
            <a:custGeom>
              <a:rect b="b" l="l" r="r" t="t"/>
              <a:pathLst>
                <a:path extrusionOk="0" h="5194" w="5100">
                  <a:moveTo>
                    <a:pt x="2631" y="1"/>
                  </a:moveTo>
                  <a:cubicBezTo>
                    <a:pt x="2686" y="624"/>
                    <a:pt x="2496" y="1248"/>
                    <a:pt x="2116" y="1709"/>
                  </a:cubicBezTo>
                  <a:cubicBezTo>
                    <a:pt x="1845" y="1058"/>
                    <a:pt x="1411" y="489"/>
                    <a:pt x="814" y="82"/>
                  </a:cubicBezTo>
                  <a:cubicBezTo>
                    <a:pt x="624" y="489"/>
                    <a:pt x="597" y="950"/>
                    <a:pt x="760" y="1357"/>
                  </a:cubicBezTo>
                  <a:cubicBezTo>
                    <a:pt x="895" y="1764"/>
                    <a:pt x="1221" y="2143"/>
                    <a:pt x="1601" y="2333"/>
                  </a:cubicBezTo>
                  <a:cubicBezTo>
                    <a:pt x="950" y="2387"/>
                    <a:pt x="353" y="2740"/>
                    <a:pt x="0" y="3283"/>
                  </a:cubicBezTo>
                  <a:cubicBezTo>
                    <a:pt x="279" y="3577"/>
                    <a:pt x="666" y="3734"/>
                    <a:pt x="1048" y="3734"/>
                  </a:cubicBezTo>
                  <a:cubicBezTo>
                    <a:pt x="1299" y="3734"/>
                    <a:pt x="1548" y="3666"/>
                    <a:pt x="1763" y="3527"/>
                  </a:cubicBezTo>
                  <a:lnTo>
                    <a:pt x="1763" y="3527"/>
                  </a:lnTo>
                  <a:cubicBezTo>
                    <a:pt x="1682" y="4015"/>
                    <a:pt x="1736" y="4557"/>
                    <a:pt x="1980" y="4964"/>
                  </a:cubicBezTo>
                  <a:cubicBezTo>
                    <a:pt x="2026" y="5079"/>
                    <a:pt x="2111" y="5193"/>
                    <a:pt x="2234" y="5193"/>
                  </a:cubicBezTo>
                  <a:cubicBezTo>
                    <a:pt x="2257" y="5193"/>
                    <a:pt x="2281" y="5190"/>
                    <a:pt x="2306" y="5181"/>
                  </a:cubicBezTo>
                  <a:cubicBezTo>
                    <a:pt x="2441" y="5181"/>
                    <a:pt x="2523" y="5046"/>
                    <a:pt x="2577" y="4964"/>
                  </a:cubicBezTo>
                  <a:cubicBezTo>
                    <a:pt x="2794" y="4585"/>
                    <a:pt x="2903" y="4151"/>
                    <a:pt x="2848" y="3689"/>
                  </a:cubicBezTo>
                  <a:lnTo>
                    <a:pt x="2848" y="3689"/>
                  </a:lnTo>
                  <a:cubicBezTo>
                    <a:pt x="3280" y="4027"/>
                    <a:pt x="3816" y="4196"/>
                    <a:pt x="4366" y="4196"/>
                  </a:cubicBezTo>
                  <a:cubicBezTo>
                    <a:pt x="4610" y="4196"/>
                    <a:pt x="4858" y="4163"/>
                    <a:pt x="5100" y="4096"/>
                  </a:cubicBezTo>
                  <a:cubicBezTo>
                    <a:pt x="4530" y="3744"/>
                    <a:pt x="3987" y="3337"/>
                    <a:pt x="3391" y="2957"/>
                  </a:cubicBezTo>
                  <a:cubicBezTo>
                    <a:pt x="4015" y="2577"/>
                    <a:pt x="4421" y="1899"/>
                    <a:pt x="4476" y="1194"/>
                  </a:cubicBezTo>
                  <a:lnTo>
                    <a:pt x="4476" y="1194"/>
                  </a:lnTo>
                  <a:cubicBezTo>
                    <a:pt x="4042" y="1221"/>
                    <a:pt x="3635" y="1330"/>
                    <a:pt x="3255" y="1574"/>
                  </a:cubicBezTo>
                  <a:cubicBezTo>
                    <a:pt x="3364" y="977"/>
                    <a:pt x="3120" y="299"/>
                    <a:pt x="26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25"/>
            <p:cNvSpPr/>
            <p:nvPr/>
          </p:nvSpPr>
          <p:spPr>
            <a:xfrm>
              <a:off x="8120975" y="4416175"/>
              <a:ext cx="142425" cy="128625"/>
            </a:xfrm>
            <a:custGeom>
              <a:rect b="b" l="l" r="r" t="t"/>
              <a:pathLst>
                <a:path extrusionOk="0" h="5145" w="5697">
                  <a:moveTo>
                    <a:pt x="3572" y="1"/>
                  </a:moveTo>
                  <a:cubicBezTo>
                    <a:pt x="2881" y="1"/>
                    <a:pt x="2117" y="353"/>
                    <a:pt x="1601" y="748"/>
                  </a:cubicBezTo>
                  <a:cubicBezTo>
                    <a:pt x="923" y="1318"/>
                    <a:pt x="380" y="2077"/>
                    <a:pt x="163" y="2945"/>
                  </a:cubicBezTo>
                  <a:cubicBezTo>
                    <a:pt x="1" y="3569"/>
                    <a:pt x="28" y="4328"/>
                    <a:pt x="489" y="4762"/>
                  </a:cubicBezTo>
                  <a:cubicBezTo>
                    <a:pt x="760" y="5033"/>
                    <a:pt x="1142" y="5144"/>
                    <a:pt x="1526" y="5144"/>
                  </a:cubicBezTo>
                  <a:cubicBezTo>
                    <a:pt x="1643" y="5144"/>
                    <a:pt x="1759" y="5134"/>
                    <a:pt x="1872" y="5115"/>
                  </a:cubicBezTo>
                  <a:cubicBezTo>
                    <a:pt x="2387" y="5007"/>
                    <a:pt x="2821" y="4735"/>
                    <a:pt x="3228" y="4464"/>
                  </a:cubicBezTo>
                  <a:cubicBezTo>
                    <a:pt x="4340" y="3677"/>
                    <a:pt x="5697" y="2267"/>
                    <a:pt x="4910" y="802"/>
                  </a:cubicBezTo>
                  <a:cubicBezTo>
                    <a:pt x="4612" y="218"/>
                    <a:pt x="4114" y="1"/>
                    <a:pt x="3572" y="1"/>
                  </a:cubicBezTo>
                  <a:close/>
                </a:path>
              </a:pathLst>
            </a:custGeom>
            <a:solidFill>
              <a:srgbClr val="FBF7E4">
                <a:alpha val="2274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25"/>
            <p:cNvSpPr/>
            <p:nvPr/>
          </p:nvSpPr>
          <p:spPr>
            <a:xfrm>
              <a:off x="8264050" y="4573200"/>
              <a:ext cx="104450" cy="80725"/>
            </a:xfrm>
            <a:custGeom>
              <a:rect b="b" l="l" r="r" t="t"/>
              <a:pathLst>
                <a:path extrusionOk="0" fill="none" h="3229" w="4178">
                  <a:moveTo>
                    <a:pt x="4178" y="0"/>
                  </a:moveTo>
                  <a:cubicBezTo>
                    <a:pt x="3934" y="923"/>
                    <a:pt x="3364" y="1736"/>
                    <a:pt x="2632" y="2306"/>
                  </a:cubicBezTo>
                  <a:cubicBezTo>
                    <a:pt x="1872" y="2903"/>
                    <a:pt x="950" y="3228"/>
                    <a:pt x="1" y="3228"/>
                  </a:cubicBezTo>
                </a:path>
              </a:pathLst>
            </a:custGeom>
            <a:noFill/>
            <a:ln cap="rnd" cmpd="sng" w="162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25"/>
            <p:cNvSpPr/>
            <p:nvPr/>
          </p:nvSpPr>
          <p:spPr>
            <a:xfrm>
              <a:off x="8215900" y="4647775"/>
              <a:ext cx="9525" cy="2750"/>
            </a:xfrm>
            <a:custGeom>
              <a:rect b="b" l="l" r="r" t="t"/>
              <a:pathLst>
                <a:path extrusionOk="0" fill="none" h="110" w="381">
                  <a:moveTo>
                    <a:pt x="381" y="109"/>
                  </a:moveTo>
                  <a:cubicBezTo>
                    <a:pt x="245" y="82"/>
                    <a:pt x="136" y="55"/>
                    <a:pt x="1" y="1"/>
                  </a:cubicBezTo>
                </a:path>
              </a:pathLst>
            </a:custGeom>
            <a:noFill/>
            <a:ln cap="rnd" cmpd="sng" w="162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25"/>
            <p:cNvSpPr/>
            <p:nvPr/>
          </p:nvSpPr>
          <p:spPr>
            <a:xfrm>
              <a:off x="7948050" y="3531575"/>
              <a:ext cx="562850" cy="549250"/>
            </a:xfrm>
            <a:custGeom>
              <a:rect b="b" l="l" r="r" t="t"/>
              <a:pathLst>
                <a:path extrusionOk="0" h="21970" w="22514">
                  <a:moveTo>
                    <a:pt x="17591" y="1"/>
                  </a:moveTo>
                  <a:cubicBezTo>
                    <a:pt x="17459" y="1"/>
                    <a:pt x="17327" y="10"/>
                    <a:pt x="17197" y="30"/>
                  </a:cubicBezTo>
                  <a:cubicBezTo>
                    <a:pt x="16546" y="139"/>
                    <a:pt x="15950" y="437"/>
                    <a:pt x="15434" y="844"/>
                  </a:cubicBezTo>
                  <a:cubicBezTo>
                    <a:pt x="14679" y="677"/>
                    <a:pt x="13865" y="611"/>
                    <a:pt x="13069" y="611"/>
                  </a:cubicBezTo>
                  <a:cubicBezTo>
                    <a:pt x="11922" y="611"/>
                    <a:pt x="10815" y="749"/>
                    <a:pt x="9983" y="925"/>
                  </a:cubicBezTo>
                  <a:cubicBezTo>
                    <a:pt x="8382" y="1251"/>
                    <a:pt x="6863" y="1902"/>
                    <a:pt x="5534" y="2851"/>
                  </a:cubicBezTo>
                  <a:cubicBezTo>
                    <a:pt x="1981" y="5401"/>
                    <a:pt x="1" y="10039"/>
                    <a:pt x="679" y="14379"/>
                  </a:cubicBezTo>
                  <a:cubicBezTo>
                    <a:pt x="950" y="16196"/>
                    <a:pt x="1737" y="18013"/>
                    <a:pt x="2930" y="19370"/>
                  </a:cubicBezTo>
                  <a:cubicBezTo>
                    <a:pt x="2795" y="19804"/>
                    <a:pt x="2713" y="20265"/>
                    <a:pt x="2930" y="20726"/>
                  </a:cubicBezTo>
                  <a:cubicBezTo>
                    <a:pt x="3147" y="21295"/>
                    <a:pt x="3744" y="21621"/>
                    <a:pt x="4341" y="21702"/>
                  </a:cubicBezTo>
                  <a:cubicBezTo>
                    <a:pt x="4391" y="21705"/>
                    <a:pt x="4440" y="21706"/>
                    <a:pt x="4490" y="21706"/>
                  </a:cubicBezTo>
                  <a:cubicBezTo>
                    <a:pt x="4928" y="21706"/>
                    <a:pt x="5364" y="21602"/>
                    <a:pt x="5778" y="21431"/>
                  </a:cubicBezTo>
                  <a:cubicBezTo>
                    <a:pt x="6724" y="21802"/>
                    <a:pt x="7732" y="21970"/>
                    <a:pt x="8752" y="21970"/>
                  </a:cubicBezTo>
                  <a:cubicBezTo>
                    <a:pt x="9225" y="21970"/>
                    <a:pt x="9700" y="21934"/>
                    <a:pt x="10172" y="21865"/>
                  </a:cubicBezTo>
                  <a:cubicBezTo>
                    <a:pt x="11827" y="21621"/>
                    <a:pt x="13400" y="21051"/>
                    <a:pt x="14892" y="20319"/>
                  </a:cubicBezTo>
                  <a:cubicBezTo>
                    <a:pt x="16926" y="19342"/>
                    <a:pt x="18825" y="18068"/>
                    <a:pt x="20208" y="16359"/>
                  </a:cubicBezTo>
                  <a:cubicBezTo>
                    <a:pt x="21646" y="14650"/>
                    <a:pt x="22514" y="12453"/>
                    <a:pt x="22378" y="10202"/>
                  </a:cubicBezTo>
                  <a:cubicBezTo>
                    <a:pt x="22242" y="7842"/>
                    <a:pt x="20968" y="5808"/>
                    <a:pt x="19476" y="3963"/>
                  </a:cubicBezTo>
                  <a:cubicBezTo>
                    <a:pt x="19611" y="3773"/>
                    <a:pt x="19693" y="3529"/>
                    <a:pt x="19801" y="3285"/>
                  </a:cubicBezTo>
                  <a:cubicBezTo>
                    <a:pt x="20045" y="2688"/>
                    <a:pt x="20154" y="1983"/>
                    <a:pt x="19883" y="1359"/>
                  </a:cubicBezTo>
                  <a:cubicBezTo>
                    <a:pt x="19526" y="502"/>
                    <a:pt x="18542" y="1"/>
                    <a:pt x="175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25"/>
            <p:cNvSpPr/>
            <p:nvPr/>
          </p:nvSpPr>
          <p:spPr>
            <a:xfrm>
              <a:off x="8345425" y="3710650"/>
              <a:ext cx="132250" cy="265850"/>
            </a:xfrm>
            <a:custGeom>
              <a:rect b="b" l="l" r="r" t="t"/>
              <a:pathLst>
                <a:path extrusionOk="0" fill="none" h="10634" w="5290">
                  <a:moveTo>
                    <a:pt x="4205" y="1"/>
                  </a:moveTo>
                  <a:cubicBezTo>
                    <a:pt x="5018" y="1140"/>
                    <a:pt x="5290" y="2686"/>
                    <a:pt x="5073" y="4069"/>
                  </a:cubicBezTo>
                  <a:cubicBezTo>
                    <a:pt x="4829" y="5453"/>
                    <a:pt x="4150" y="6782"/>
                    <a:pt x="3228" y="7867"/>
                  </a:cubicBezTo>
                  <a:cubicBezTo>
                    <a:pt x="2306" y="8952"/>
                    <a:pt x="1194" y="9874"/>
                    <a:pt x="1" y="10633"/>
                  </a:cubicBezTo>
                </a:path>
              </a:pathLst>
            </a:custGeom>
            <a:noFill/>
            <a:ln cap="rnd" cmpd="sng" w="162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25"/>
            <p:cNvSpPr/>
            <p:nvPr/>
          </p:nvSpPr>
          <p:spPr>
            <a:xfrm>
              <a:off x="8249125" y="3994775"/>
              <a:ext cx="51575" cy="16975"/>
            </a:xfrm>
            <a:custGeom>
              <a:rect b="b" l="l" r="r" t="t"/>
              <a:pathLst>
                <a:path extrusionOk="0" fill="none" h="679" w="2063">
                  <a:moveTo>
                    <a:pt x="2062" y="1"/>
                  </a:moveTo>
                  <a:cubicBezTo>
                    <a:pt x="1411" y="326"/>
                    <a:pt x="706" y="570"/>
                    <a:pt x="1" y="679"/>
                  </a:cubicBezTo>
                </a:path>
              </a:pathLst>
            </a:custGeom>
            <a:noFill/>
            <a:ln cap="rnd" cmpd="sng" w="162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25"/>
            <p:cNvSpPr/>
            <p:nvPr/>
          </p:nvSpPr>
          <p:spPr>
            <a:xfrm>
              <a:off x="7994175" y="3825250"/>
              <a:ext cx="42750" cy="119375"/>
            </a:xfrm>
            <a:custGeom>
              <a:rect b="b" l="l" r="r" t="t"/>
              <a:pathLst>
                <a:path extrusionOk="0" fill="none" h="4775" w="1710">
                  <a:moveTo>
                    <a:pt x="272" y="1"/>
                  </a:moveTo>
                  <a:cubicBezTo>
                    <a:pt x="0" y="1683"/>
                    <a:pt x="543" y="3527"/>
                    <a:pt x="1709" y="4775"/>
                  </a:cubicBezTo>
                </a:path>
              </a:pathLst>
            </a:custGeom>
            <a:noFill/>
            <a:ln cap="rnd" cmpd="sng" w="162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25"/>
            <p:cNvSpPr/>
            <p:nvPr/>
          </p:nvSpPr>
          <p:spPr>
            <a:xfrm>
              <a:off x="8062650" y="3585700"/>
              <a:ext cx="259075" cy="193600"/>
            </a:xfrm>
            <a:custGeom>
              <a:rect b="b" l="l" r="r" t="t"/>
              <a:pathLst>
                <a:path extrusionOk="0" h="7744" w="10363">
                  <a:moveTo>
                    <a:pt x="7235" y="0"/>
                  </a:moveTo>
                  <a:cubicBezTo>
                    <a:pt x="6045" y="0"/>
                    <a:pt x="4902" y="232"/>
                    <a:pt x="3825" y="795"/>
                  </a:cubicBezTo>
                  <a:cubicBezTo>
                    <a:pt x="2361" y="1500"/>
                    <a:pt x="1194" y="2721"/>
                    <a:pt x="462" y="4185"/>
                  </a:cubicBezTo>
                  <a:cubicBezTo>
                    <a:pt x="218" y="4619"/>
                    <a:pt x="55" y="5107"/>
                    <a:pt x="28" y="5596"/>
                  </a:cubicBezTo>
                  <a:cubicBezTo>
                    <a:pt x="1" y="6111"/>
                    <a:pt x="109" y="6626"/>
                    <a:pt x="408" y="7006"/>
                  </a:cubicBezTo>
                  <a:cubicBezTo>
                    <a:pt x="733" y="7440"/>
                    <a:pt x="1303" y="7684"/>
                    <a:pt x="1900" y="7738"/>
                  </a:cubicBezTo>
                  <a:cubicBezTo>
                    <a:pt x="1971" y="7742"/>
                    <a:pt x="2042" y="7744"/>
                    <a:pt x="2113" y="7744"/>
                  </a:cubicBezTo>
                  <a:cubicBezTo>
                    <a:pt x="2611" y="7744"/>
                    <a:pt x="3107" y="7660"/>
                    <a:pt x="3581" y="7494"/>
                  </a:cubicBezTo>
                  <a:cubicBezTo>
                    <a:pt x="5344" y="7006"/>
                    <a:pt x="6999" y="6138"/>
                    <a:pt x="8464" y="4999"/>
                  </a:cubicBezTo>
                  <a:cubicBezTo>
                    <a:pt x="9006" y="4592"/>
                    <a:pt x="9521" y="4104"/>
                    <a:pt x="9874" y="3507"/>
                  </a:cubicBezTo>
                  <a:cubicBezTo>
                    <a:pt x="10199" y="2938"/>
                    <a:pt x="10362" y="2178"/>
                    <a:pt x="10172" y="1527"/>
                  </a:cubicBezTo>
                  <a:cubicBezTo>
                    <a:pt x="9820" y="442"/>
                    <a:pt x="8653" y="35"/>
                    <a:pt x="7623" y="8"/>
                  </a:cubicBezTo>
                  <a:cubicBezTo>
                    <a:pt x="7493" y="3"/>
                    <a:pt x="7364" y="0"/>
                    <a:pt x="7235" y="0"/>
                  </a:cubicBezTo>
                  <a:close/>
                </a:path>
              </a:pathLst>
            </a:custGeom>
            <a:solidFill>
              <a:srgbClr val="FBF7E4">
                <a:alpha val="2274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67" name="Google Shape;467;p25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21980" r="21980" t="0"/>
          <a:stretch/>
        </p:blipFill>
        <p:spPr>
          <a:xfrm>
            <a:off x="482338" y="507250"/>
            <a:ext cx="3526800" cy="35274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468" name="Google Shape;468;p25"/>
          <p:cNvGrpSpPr/>
          <p:nvPr/>
        </p:nvGrpSpPr>
        <p:grpSpPr>
          <a:xfrm>
            <a:off x="1395975" y="3904875"/>
            <a:ext cx="2312613" cy="867300"/>
            <a:chOff x="1577500" y="3913525"/>
            <a:chExt cx="2312613" cy="867300"/>
          </a:xfrm>
        </p:grpSpPr>
        <p:grpSp>
          <p:nvGrpSpPr>
            <p:cNvPr id="469" name="Google Shape;469;p25"/>
            <p:cNvGrpSpPr/>
            <p:nvPr/>
          </p:nvGrpSpPr>
          <p:grpSpPr>
            <a:xfrm>
              <a:off x="3308388" y="3913525"/>
              <a:ext cx="581725" cy="569750"/>
              <a:chOff x="6136175" y="1866925"/>
              <a:chExt cx="581725" cy="569750"/>
            </a:xfrm>
          </p:grpSpPr>
          <p:sp>
            <p:nvSpPr>
              <p:cNvPr id="470" name="Google Shape;470;p25"/>
              <p:cNvSpPr/>
              <p:nvPr/>
            </p:nvSpPr>
            <p:spPr>
              <a:xfrm>
                <a:off x="6312500" y="1871900"/>
                <a:ext cx="185125" cy="148125"/>
              </a:xfrm>
              <a:custGeom>
                <a:rect b="b" l="l" r="r" t="t"/>
                <a:pathLst>
                  <a:path extrusionOk="0" h="5925" w="7405">
                    <a:moveTo>
                      <a:pt x="3450" y="1"/>
                    </a:moveTo>
                    <a:cubicBezTo>
                      <a:pt x="2769" y="1"/>
                      <a:pt x="2097" y="141"/>
                      <a:pt x="1519" y="479"/>
                    </a:cubicBezTo>
                    <a:cubicBezTo>
                      <a:pt x="624" y="995"/>
                      <a:pt x="0" y="1971"/>
                      <a:pt x="54" y="3002"/>
                    </a:cubicBezTo>
                    <a:cubicBezTo>
                      <a:pt x="136" y="3843"/>
                      <a:pt x="624" y="4629"/>
                      <a:pt x="1302" y="5118"/>
                    </a:cubicBezTo>
                    <a:cubicBezTo>
                      <a:pt x="2002" y="5653"/>
                      <a:pt x="2842" y="5924"/>
                      <a:pt x="3662" y="5924"/>
                    </a:cubicBezTo>
                    <a:cubicBezTo>
                      <a:pt x="4877" y="5924"/>
                      <a:pt x="6046" y="5329"/>
                      <a:pt x="6645" y="4114"/>
                    </a:cubicBezTo>
                    <a:cubicBezTo>
                      <a:pt x="7405" y="2487"/>
                      <a:pt x="7052" y="968"/>
                      <a:pt x="5289" y="317"/>
                    </a:cubicBezTo>
                    <a:cubicBezTo>
                      <a:pt x="4716" y="121"/>
                      <a:pt x="4079" y="1"/>
                      <a:pt x="34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25"/>
              <p:cNvSpPr/>
              <p:nvPr/>
            </p:nvSpPr>
            <p:spPr>
              <a:xfrm>
                <a:off x="6265025" y="1866925"/>
                <a:ext cx="425200" cy="434675"/>
              </a:xfrm>
              <a:custGeom>
                <a:rect b="b" l="l" r="r" t="t"/>
                <a:pathLst>
                  <a:path extrusionOk="0" fill="none" h="17387" w="17008">
                    <a:moveTo>
                      <a:pt x="17007" y="0"/>
                    </a:moveTo>
                    <a:cubicBezTo>
                      <a:pt x="9087" y="2821"/>
                      <a:pt x="2631" y="9439"/>
                      <a:pt x="0" y="17387"/>
                    </a:cubicBezTo>
                  </a:path>
                </a:pathLst>
              </a:custGeom>
              <a:noFill/>
              <a:ln cap="rnd" cmpd="sng" w="122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25"/>
              <p:cNvSpPr/>
              <p:nvPr/>
            </p:nvSpPr>
            <p:spPr>
              <a:xfrm>
                <a:off x="6446075" y="1928625"/>
                <a:ext cx="97000" cy="12900"/>
              </a:xfrm>
              <a:custGeom>
                <a:rect b="b" l="l" r="r" t="t"/>
                <a:pathLst>
                  <a:path extrusionOk="0" fill="none" h="516" w="3880">
                    <a:moveTo>
                      <a:pt x="3879" y="516"/>
                    </a:moveTo>
                    <a:cubicBezTo>
                      <a:pt x="2686" y="218"/>
                      <a:pt x="1221" y="1"/>
                      <a:pt x="1" y="109"/>
                    </a:cubicBezTo>
                  </a:path>
                </a:pathLst>
              </a:custGeom>
              <a:noFill/>
              <a:ln cap="rnd" cmpd="sng" w="122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" name="Google Shape;473;p25"/>
              <p:cNvSpPr/>
              <p:nvPr/>
            </p:nvSpPr>
            <p:spPr>
              <a:xfrm>
                <a:off x="6590500" y="1917100"/>
                <a:ext cx="35975" cy="221075"/>
              </a:xfrm>
              <a:custGeom>
                <a:rect b="b" l="l" r="r" t="t"/>
                <a:pathLst>
                  <a:path extrusionOk="0" fill="none" h="8843" w="1439">
                    <a:moveTo>
                      <a:pt x="1" y="0"/>
                    </a:moveTo>
                    <a:cubicBezTo>
                      <a:pt x="1032" y="2821"/>
                      <a:pt x="1438" y="5859"/>
                      <a:pt x="1113" y="8843"/>
                    </a:cubicBezTo>
                  </a:path>
                </a:pathLst>
              </a:custGeom>
              <a:noFill/>
              <a:ln cap="rnd" cmpd="sng" w="122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" name="Google Shape;474;p25"/>
              <p:cNvSpPr/>
              <p:nvPr/>
            </p:nvSpPr>
            <p:spPr>
              <a:xfrm>
                <a:off x="6371475" y="2109675"/>
                <a:ext cx="90900" cy="169550"/>
              </a:xfrm>
              <a:custGeom>
                <a:rect b="b" l="l" r="r" t="t"/>
                <a:pathLst>
                  <a:path extrusionOk="0" fill="none" h="6782" w="3636">
                    <a:moveTo>
                      <a:pt x="1" y="1"/>
                    </a:moveTo>
                    <a:cubicBezTo>
                      <a:pt x="1900" y="1818"/>
                      <a:pt x="3147" y="4151"/>
                      <a:pt x="3636" y="6782"/>
                    </a:cubicBezTo>
                  </a:path>
                </a:pathLst>
              </a:custGeom>
              <a:noFill/>
              <a:ln cap="rnd" cmpd="sng" w="122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25"/>
              <p:cNvSpPr/>
              <p:nvPr/>
            </p:nvSpPr>
            <p:spPr>
              <a:xfrm>
                <a:off x="6241300" y="2050000"/>
                <a:ext cx="163425" cy="37325"/>
              </a:xfrm>
              <a:custGeom>
                <a:rect b="b" l="l" r="r" t="t"/>
                <a:pathLst>
                  <a:path extrusionOk="0" fill="none" h="1493" w="6537">
                    <a:moveTo>
                      <a:pt x="6537" y="435"/>
                    </a:moveTo>
                    <a:cubicBezTo>
                      <a:pt x="4286" y="1"/>
                      <a:pt x="1980" y="380"/>
                      <a:pt x="0" y="1493"/>
                    </a:cubicBezTo>
                  </a:path>
                </a:pathLst>
              </a:custGeom>
              <a:noFill/>
              <a:ln cap="rnd" cmpd="sng" w="122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p25"/>
              <p:cNvSpPr/>
              <p:nvPr/>
            </p:nvSpPr>
            <p:spPr>
              <a:xfrm>
                <a:off x="6398600" y="1892000"/>
                <a:ext cx="75300" cy="74125"/>
              </a:xfrm>
              <a:custGeom>
                <a:rect b="b" l="l" r="r" t="t"/>
                <a:pathLst>
                  <a:path extrusionOk="0" h="2965" w="3012">
                    <a:moveTo>
                      <a:pt x="1032" y="1"/>
                    </a:moveTo>
                    <a:cubicBezTo>
                      <a:pt x="1167" y="354"/>
                      <a:pt x="1113" y="733"/>
                      <a:pt x="977" y="1032"/>
                    </a:cubicBezTo>
                    <a:cubicBezTo>
                      <a:pt x="760" y="679"/>
                      <a:pt x="408" y="462"/>
                      <a:pt x="28" y="326"/>
                    </a:cubicBezTo>
                    <a:lnTo>
                      <a:pt x="28" y="326"/>
                    </a:lnTo>
                    <a:cubicBezTo>
                      <a:pt x="1" y="543"/>
                      <a:pt x="28" y="815"/>
                      <a:pt x="164" y="1059"/>
                    </a:cubicBezTo>
                    <a:cubicBezTo>
                      <a:pt x="299" y="1276"/>
                      <a:pt x="543" y="1438"/>
                      <a:pt x="787" y="1466"/>
                    </a:cubicBezTo>
                    <a:cubicBezTo>
                      <a:pt x="435" y="1574"/>
                      <a:pt x="136" y="1872"/>
                      <a:pt x="28" y="2225"/>
                    </a:cubicBezTo>
                    <a:cubicBezTo>
                      <a:pt x="163" y="2304"/>
                      <a:pt x="322" y="2345"/>
                      <a:pt x="479" y="2345"/>
                    </a:cubicBezTo>
                    <a:cubicBezTo>
                      <a:pt x="699" y="2345"/>
                      <a:pt x="916" y="2264"/>
                      <a:pt x="1059" y="2089"/>
                    </a:cubicBezTo>
                    <a:cubicBezTo>
                      <a:pt x="1059" y="2361"/>
                      <a:pt x="1194" y="2659"/>
                      <a:pt x="1357" y="2849"/>
                    </a:cubicBezTo>
                    <a:cubicBezTo>
                      <a:pt x="1424" y="2916"/>
                      <a:pt x="1473" y="2964"/>
                      <a:pt x="1548" y="2964"/>
                    </a:cubicBezTo>
                    <a:cubicBezTo>
                      <a:pt x="1564" y="2964"/>
                      <a:pt x="1582" y="2962"/>
                      <a:pt x="1601" y="2957"/>
                    </a:cubicBezTo>
                    <a:cubicBezTo>
                      <a:pt x="1655" y="2930"/>
                      <a:pt x="1710" y="2849"/>
                      <a:pt x="1710" y="2795"/>
                    </a:cubicBezTo>
                    <a:cubicBezTo>
                      <a:pt x="1764" y="2551"/>
                      <a:pt x="1764" y="2279"/>
                      <a:pt x="1655" y="2035"/>
                    </a:cubicBezTo>
                    <a:lnTo>
                      <a:pt x="1655" y="2035"/>
                    </a:lnTo>
                    <a:cubicBezTo>
                      <a:pt x="1878" y="2134"/>
                      <a:pt x="2106" y="2182"/>
                      <a:pt x="2322" y="2182"/>
                    </a:cubicBezTo>
                    <a:cubicBezTo>
                      <a:pt x="2580" y="2182"/>
                      <a:pt x="2820" y="2114"/>
                      <a:pt x="3012" y="1981"/>
                    </a:cubicBezTo>
                    <a:lnTo>
                      <a:pt x="1900" y="1574"/>
                    </a:lnTo>
                    <a:cubicBezTo>
                      <a:pt x="2171" y="1276"/>
                      <a:pt x="2306" y="842"/>
                      <a:pt x="2252" y="435"/>
                    </a:cubicBezTo>
                    <a:lnTo>
                      <a:pt x="2252" y="435"/>
                    </a:lnTo>
                    <a:cubicBezTo>
                      <a:pt x="2008" y="489"/>
                      <a:pt x="1791" y="625"/>
                      <a:pt x="1601" y="787"/>
                    </a:cubicBezTo>
                    <a:cubicBezTo>
                      <a:pt x="1574" y="462"/>
                      <a:pt x="1330" y="109"/>
                      <a:pt x="10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7" name="Google Shape;477;p25"/>
              <p:cNvSpPr/>
              <p:nvPr/>
            </p:nvSpPr>
            <p:spPr>
              <a:xfrm>
                <a:off x="6368775" y="2228175"/>
                <a:ext cx="191250" cy="151600"/>
              </a:xfrm>
              <a:custGeom>
                <a:rect b="b" l="l" r="r" t="t"/>
                <a:pathLst>
                  <a:path extrusionOk="0" h="6064" w="7650">
                    <a:moveTo>
                      <a:pt x="3692" y="1"/>
                    </a:moveTo>
                    <a:cubicBezTo>
                      <a:pt x="2942" y="1"/>
                      <a:pt x="2188" y="168"/>
                      <a:pt x="1546" y="550"/>
                    </a:cubicBezTo>
                    <a:cubicBezTo>
                      <a:pt x="651" y="1092"/>
                      <a:pt x="0" y="2096"/>
                      <a:pt x="109" y="3154"/>
                    </a:cubicBezTo>
                    <a:cubicBezTo>
                      <a:pt x="190" y="4022"/>
                      <a:pt x="760" y="4808"/>
                      <a:pt x="1465" y="5324"/>
                    </a:cubicBezTo>
                    <a:cubicBezTo>
                      <a:pt x="2153" y="5813"/>
                      <a:pt x="2973" y="6063"/>
                      <a:pt x="3776" y="6063"/>
                    </a:cubicBezTo>
                    <a:cubicBezTo>
                      <a:pt x="5063" y="6063"/>
                      <a:pt x="6305" y="5422"/>
                      <a:pt x="6890" y="4103"/>
                    </a:cubicBezTo>
                    <a:cubicBezTo>
                      <a:pt x="7649" y="2394"/>
                      <a:pt x="7188" y="848"/>
                      <a:pt x="5371" y="279"/>
                    </a:cubicBezTo>
                    <a:cubicBezTo>
                      <a:pt x="4850" y="101"/>
                      <a:pt x="4272" y="1"/>
                      <a:pt x="36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p25"/>
              <p:cNvSpPr/>
              <p:nvPr/>
            </p:nvSpPr>
            <p:spPr>
              <a:xfrm>
                <a:off x="6410825" y="2191050"/>
                <a:ext cx="75275" cy="75300"/>
              </a:xfrm>
              <a:custGeom>
                <a:rect b="b" l="l" r="r" t="t"/>
                <a:pathLst>
                  <a:path extrusionOk="0" h="3012" w="3011">
                    <a:moveTo>
                      <a:pt x="2170" y="0"/>
                    </a:moveTo>
                    <a:lnTo>
                      <a:pt x="2170" y="0"/>
                    </a:lnTo>
                    <a:cubicBezTo>
                      <a:pt x="1980" y="353"/>
                      <a:pt x="1817" y="706"/>
                      <a:pt x="1655" y="1085"/>
                    </a:cubicBezTo>
                    <a:cubicBezTo>
                      <a:pt x="1403" y="783"/>
                      <a:pt x="1011" y="621"/>
                      <a:pt x="631" y="621"/>
                    </a:cubicBezTo>
                    <a:cubicBezTo>
                      <a:pt x="601" y="621"/>
                      <a:pt x="572" y="622"/>
                      <a:pt x="543" y="624"/>
                    </a:cubicBezTo>
                    <a:cubicBezTo>
                      <a:pt x="597" y="868"/>
                      <a:pt x="705" y="1113"/>
                      <a:pt x="841" y="1302"/>
                    </a:cubicBezTo>
                    <a:cubicBezTo>
                      <a:pt x="488" y="1302"/>
                      <a:pt x="136" y="1519"/>
                      <a:pt x="0" y="1818"/>
                    </a:cubicBezTo>
                    <a:cubicBezTo>
                      <a:pt x="102" y="1784"/>
                      <a:pt x="210" y="1768"/>
                      <a:pt x="318" y="1768"/>
                    </a:cubicBezTo>
                    <a:cubicBezTo>
                      <a:pt x="556" y="1768"/>
                      <a:pt x="799" y="1842"/>
                      <a:pt x="1004" y="1953"/>
                    </a:cubicBezTo>
                    <a:cubicBezTo>
                      <a:pt x="678" y="2143"/>
                      <a:pt x="407" y="2469"/>
                      <a:pt x="190" y="2821"/>
                    </a:cubicBezTo>
                    <a:cubicBezTo>
                      <a:pt x="286" y="2853"/>
                      <a:pt x="387" y="2869"/>
                      <a:pt x="488" y="2869"/>
                    </a:cubicBezTo>
                    <a:cubicBezTo>
                      <a:pt x="644" y="2869"/>
                      <a:pt x="802" y="2833"/>
                      <a:pt x="949" y="2767"/>
                    </a:cubicBezTo>
                    <a:cubicBezTo>
                      <a:pt x="1166" y="2631"/>
                      <a:pt x="1356" y="2442"/>
                      <a:pt x="1411" y="2198"/>
                    </a:cubicBezTo>
                    <a:cubicBezTo>
                      <a:pt x="1492" y="2577"/>
                      <a:pt x="1763" y="2876"/>
                      <a:pt x="2089" y="3011"/>
                    </a:cubicBezTo>
                    <a:cubicBezTo>
                      <a:pt x="2333" y="2713"/>
                      <a:pt x="2333" y="2252"/>
                      <a:pt x="2062" y="1981"/>
                    </a:cubicBezTo>
                    <a:lnTo>
                      <a:pt x="2062" y="1981"/>
                    </a:lnTo>
                    <a:cubicBezTo>
                      <a:pt x="2110" y="1990"/>
                      <a:pt x="2158" y="1995"/>
                      <a:pt x="2208" y="1995"/>
                    </a:cubicBezTo>
                    <a:cubicBezTo>
                      <a:pt x="2437" y="1995"/>
                      <a:pt x="2674" y="1897"/>
                      <a:pt x="2875" y="1764"/>
                    </a:cubicBezTo>
                    <a:cubicBezTo>
                      <a:pt x="2929" y="1682"/>
                      <a:pt x="3011" y="1628"/>
                      <a:pt x="2984" y="1547"/>
                    </a:cubicBezTo>
                    <a:cubicBezTo>
                      <a:pt x="2929" y="1492"/>
                      <a:pt x="2875" y="1438"/>
                      <a:pt x="2848" y="1411"/>
                    </a:cubicBezTo>
                    <a:cubicBezTo>
                      <a:pt x="2717" y="1353"/>
                      <a:pt x="2579" y="1326"/>
                      <a:pt x="2441" y="1326"/>
                    </a:cubicBezTo>
                    <a:cubicBezTo>
                      <a:pt x="2321" y="1326"/>
                      <a:pt x="2202" y="1346"/>
                      <a:pt x="2089" y="1384"/>
                    </a:cubicBezTo>
                    <a:cubicBezTo>
                      <a:pt x="2333" y="896"/>
                      <a:pt x="2360" y="407"/>
                      <a:pt x="21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25"/>
              <p:cNvSpPr/>
              <p:nvPr/>
            </p:nvSpPr>
            <p:spPr>
              <a:xfrm>
                <a:off x="6517275" y="2068850"/>
                <a:ext cx="200625" cy="173325"/>
              </a:xfrm>
              <a:custGeom>
                <a:rect b="b" l="l" r="r" t="t"/>
                <a:pathLst>
                  <a:path extrusionOk="0" h="6933" w="8025">
                    <a:moveTo>
                      <a:pt x="5046" y="1"/>
                    </a:moveTo>
                    <a:cubicBezTo>
                      <a:pt x="4975" y="1"/>
                      <a:pt x="4902" y="2"/>
                      <a:pt x="4829" y="6"/>
                    </a:cubicBezTo>
                    <a:cubicBezTo>
                      <a:pt x="3391" y="88"/>
                      <a:pt x="1872" y="684"/>
                      <a:pt x="950" y="1823"/>
                    </a:cubicBezTo>
                    <a:cubicBezTo>
                      <a:pt x="245" y="2746"/>
                      <a:pt x="1" y="4021"/>
                      <a:pt x="516" y="5078"/>
                    </a:cubicBezTo>
                    <a:cubicBezTo>
                      <a:pt x="950" y="5973"/>
                      <a:pt x="1845" y="6543"/>
                      <a:pt x="2740" y="6787"/>
                    </a:cubicBezTo>
                    <a:cubicBezTo>
                      <a:pt x="3114" y="6885"/>
                      <a:pt x="3494" y="6932"/>
                      <a:pt x="3869" y="6932"/>
                    </a:cubicBezTo>
                    <a:cubicBezTo>
                      <a:pt x="5884" y="6932"/>
                      <a:pt x="7756" y="5569"/>
                      <a:pt x="7894" y="3397"/>
                    </a:cubicBezTo>
                    <a:cubicBezTo>
                      <a:pt x="8024" y="1433"/>
                      <a:pt x="7018" y="1"/>
                      <a:pt x="504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25"/>
              <p:cNvSpPr/>
              <p:nvPr/>
            </p:nvSpPr>
            <p:spPr>
              <a:xfrm>
                <a:off x="6578975" y="2047300"/>
                <a:ext cx="84800" cy="66975"/>
              </a:xfrm>
              <a:custGeom>
                <a:rect b="b" l="l" r="r" t="t"/>
                <a:pathLst>
                  <a:path extrusionOk="0" h="2679" w="3392">
                    <a:moveTo>
                      <a:pt x="2035" y="0"/>
                    </a:moveTo>
                    <a:cubicBezTo>
                      <a:pt x="1872" y="190"/>
                      <a:pt x="1737" y="380"/>
                      <a:pt x="1628" y="624"/>
                    </a:cubicBezTo>
                    <a:cubicBezTo>
                      <a:pt x="1489" y="369"/>
                      <a:pt x="1230" y="173"/>
                      <a:pt x="921" y="173"/>
                    </a:cubicBezTo>
                    <a:cubicBezTo>
                      <a:pt x="868" y="173"/>
                      <a:pt x="815" y="178"/>
                      <a:pt x="760" y="190"/>
                    </a:cubicBezTo>
                    <a:cubicBezTo>
                      <a:pt x="1004" y="407"/>
                      <a:pt x="1167" y="787"/>
                      <a:pt x="1167" y="1139"/>
                    </a:cubicBezTo>
                    <a:cubicBezTo>
                      <a:pt x="846" y="956"/>
                      <a:pt x="506" y="889"/>
                      <a:pt x="179" y="889"/>
                    </a:cubicBezTo>
                    <a:cubicBezTo>
                      <a:pt x="119" y="889"/>
                      <a:pt x="60" y="891"/>
                      <a:pt x="1" y="895"/>
                    </a:cubicBezTo>
                    <a:cubicBezTo>
                      <a:pt x="82" y="1139"/>
                      <a:pt x="245" y="1356"/>
                      <a:pt x="462" y="1492"/>
                    </a:cubicBezTo>
                    <a:cubicBezTo>
                      <a:pt x="591" y="1584"/>
                      <a:pt x="757" y="1639"/>
                      <a:pt x="936" y="1639"/>
                    </a:cubicBezTo>
                    <a:cubicBezTo>
                      <a:pt x="1020" y="1639"/>
                      <a:pt x="1107" y="1627"/>
                      <a:pt x="1194" y="1601"/>
                    </a:cubicBezTo>
                    <a:lnTo>
                      <a:pt x="1194" y="1601"/>
                    </a:lnTo>
                    <a:cubicBezTo>
                      <a:pt x="923" y="1872"/>
                      <a:pt x="787" y="2252"/>
                      <a:pt x="869" y="2631"/>
                    </a:cubicBezTo>
                    <a:cubicBezTo>
                      <a:pt x="899" y="2636"/>
                      <a:pt x="930" y="2638"/>
                      <a:pt x="961" y="2638"/>
                    </a:cubicBezTo>
                    <a:cubicBezTo>
                      <a:pt x="1289" y="2638"/>
                      <a:pt x="1638" y="2386"/>
                      <a:pt x="1737" y="2089"/>
                    </a:cubicBezTo>
                    <a:cubicBezTo>
                      <a:pt x="1872" y="2360"/>
                      <a:pt x="2089" y="2550"/>
                      <a:pt x="2333" y="2658"/>
                    </a:cubicBezTo>
                    <a:cubicBezTo>
                      <a:pt x="2374" y="2672"/>
                      <a:pt x="2422" y="2679"/>
                      <a:pt x="2466" y="2679"/>
                    </a:cubicBezTo>
                    <a:cubicBezTo>
                      <a:pt x="2510" y="2679"/>
                      <a:pt x="2550" y="2672"/>
                      <a:pt x="2578" y="2658"/>
                    </a:cubicBezTo>
                    <a:cubicBezTo>
                      <a:pt x="2605" y="2631"/>
                      <a:pt x="2605" y="2523"/>
                      <a:pt x="2605" y="2441"/>
                    </a:cubicBezTo>
                    <a:cubicBezTo>
                      <a:pt x="2578" y="2224"/>
                      <a:pt x="2442" y="1980"/>
                      <a:pt x="2279" y="1818"/>
                    </a:cubicBezTo>
                    <a:cubicBezTo>
                      <a:pt x="2713" y="1709"/>
                      <a:pt x="3174" y="1465"/>
                      <a:pt x="3391" y="1085"/>
                    </a:cubicBezTo>
                    <a:lnTo>
                      <a:pt x="3391" y="1085"/>
                    </a:lnTo>
                    <a:cubicBezTo>
                      <a:pt x="2984" y="1139"/>
                      <a:pt x="2632" y="1167"/>
                      <a:pt x="2225" y="1194"/>
                    </a:cubicBezTo>
                    <a:cubicBezTo>
                      <a:pt x="2361" y="787"/>
                      <a:pt x="2279" y="353"/>
                      <a:pt x="20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p25"/>
              <p:cNvSpPr/>
              <p:nvPr/>
            </p:nvSpPr>
            <p:spPr>
              <a:xfrm>
                <a:off x="6136175" y="2029375"/>
                <a:ext cx="191250" cy="152975"/>
              </a:xfrm>
              <a:custGeom>
                <a:rect b="b" l="l" r="r" t="t"/>
                <a:pathLst>
                  <a:path extrusionOk="0" h="6119" w="7650">
                    <a:moveTo>
                      <a:pt x="3317" y="1"/>
                    </a:moveTo>
                    <a:cubicBezTo>
                      <a:pt x="2810" y="1"/>
                      <a:pt x="2310" y="87"/>
                      <a:pt x="1845" y="283"/>
                    </a:cubicBezTo>
                    <a:cubicBezTo>
                      <a:pt x="896" y="690"/>
                      <a:pt x="137" y="1612"/>
                      <a:pt x="55" y="2670"/>
                    </a:cubicBezTo>
                    <a:cubicBezTo>
                      <a:pt x="1" y="3538"/>
                      <a:pt x="462" y="4379"/>
                      <a:pt x="1086" y="5003"/>
                    </a:cubicBezTo>
                    <a:cubicBezTo>
                      <a:pt x="1829" y="5733"/>
                      <a:pt x="2827" y="6119"/>
                      <a:pt x="3808" y="6119"/>
                    </a:cubicBezTo>
                    <a:cubicBezTo>
                      <a:pt x="4902" y="6119"/>
                      <a:pt x="5974" y="5639"/>
                      <a:pt x="6646" y="4623"/>
                    </a:cubicBezTo>
                    <a:cubicBezTo>
                      <a:pt x="7650" y="3077"/>
                      <a:pt x="7460" y="1477"/>
                      <a:pt x="5724" y="582"/>
                    </a:cubicBezTo>
                    <a:cubicBezTo>
                      <a:pt x="4985" y="229"/>
                      <a:pt x="4142" y="1"/>
                      <a:pt x="33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p25"/>
              <p:cNvSpPr/>
              <p:nvPr/>
            </p:nvSpPr>
            <p:spPr>
              <a:xfrm>
                <a:off x="6266375" y="2022875"/>
                <a:ext cx="75300" cy="74075"/>
              </a:xfrm>
              <a:custGeom>
                <a:rect b="b" l="l" r="r" t="t"/>
                <a:pathLst>
                  <a:path extrusionOk="0" h="2963" w="3012">
                    <a:moveTo>
                      <a:pt x="1031" y="1"/>
                    </a:moveTo>
                    <a:cubicBezTo>
                      <a:pt x="1167" y="326"/>
                      <a:pt x="1113" y="706"/>
                      <a:pt x="977" y="1004"/>
                    </a:cubicBezTo>
                    <a:cubicBezTo>
                      <a:pt x="760" y="679"/>
                      <a:pt x="408" y="435"/>
                      <a:pt x="28" y="299"/>
                    </a:cubicBezTo>
                    <a:lnTo>
                      <a:pt x="28" y="299"/>
                    </a:lnTo>
                    <a:cubicBezTo>
                      <a:pt x="1" y="543"/>
                      <a:pt x="28" y="814"/>
                      <a:pt x="163" y="1059"/>
                    </a:cubicBezTo>
                    <a:cubicBezTo>
                      <a:pt x="299" y="1248"/>
                      <a:pt x="543" y="1411"/>
                      <a:pt x="787" y="1465"/>
                    </a:cubicBezTo>
                    <a:cubicBezTo>
                      <a:pt x="435" y="1547"/>
                      <a:pt x="136" y="1872"/>
                      <a:pt x="28" y="2198"/>
                    </a:cubicBezTo>
                    <a:cubicBezTo>
                      <a:pt x="161" y="2286"/>
                      <a:pt x="316" y="2330"/>
                      <a:pt x="470" y="2330"/>
                    </a:cubicBezTo>
                    <a:cubicBezTo>
                      <a:pt x="694" y="2330"/>
                      <a:pt x="914" y="2239"/>
                      <a:pt x="1059" y="2062"/>
                    </a:cubicBezTo>
                    <a:cubicBezTo>
                      <a:pt x="1059" y="2333"/>
                      <a:pt x="1194" y="2632"/>
                      <a:pt x="1357" y="2849"/>
                    </a:cubicBezTo>
                    <a:cubicBezTo>
                      <a:pt x="1427" y="2896"/>
                      <a:pt x="1477" y="2963"/>
                      <a:pt x="1559" y="2963"/>
                    </a:cubicBezTo>
                    <a:cubicBezTo>
                      <a:pt x="1572" y="2963"/>
                      <a:pt x="1586" y="2961"/>
                      <a:pt x="1601" y="2957"/>
                    </a:cubicBezTo>
                    <a:cubicBezTo>
                      <a:pt x="1655" y="2903"/>
                      <a:pt x="1710" y="2849"/>
                      <a:pt x="1710" y="2767"/>
                    </a:cubicBezTo>
                    <a:cubicBezTo>
                      <a:pt x="1764" y="2550"/>
                      <a:pt x="1764" y="2279"/>
                      <a:pt x="1655" y="2035"/>
                    </a:cubicBezTo>
                    <a:lnTo>
                      <a:pt x="1655" y="2035"/>
                    </a:lnTo>
                    <a:cubicBezTo>
                      <a:pt x="1869" y="2130"/>
                      <a:pt x="2089" y="2173"/>
                      <a:pt x="2297" y="2173"/>
                    </a:cubicBezTo>
                    <a:cubicBezTo>
                      <a:pt x="2564" y="2173"/>
                      <a:pt x="2813" y="2103"/>
                      <a:pt x="3011" y="1981"/>
                    </a:cubicBezTo>
                    <a:lnTo>
                      <a:pt x="1899" y="1574"/>
                    </a:lnTo>
                    <a:cubicBezTo>
                      <a:pt x="2171" y="1248"/>
                      <a:pt x="2306" y="814"/>
                      <a:pt x="2252" y="408"/>
                    </a:cubicBezTo>
                    <a:lnTo>
                      <a:pt x="2252" y="408"/>
                    </a:lnTo>
                    <a:cubicBezTo>
                      <a:pt x="2008" y="489"/>
                      <a:pt x="1791" y="625"/>
                      <a:pt x="1601" y="787"/>
                    </a:cubicBezTo>
                    <a:cubicBezTo>
                      <a:pt x="1574" y="435"/>
                      <a:pt x="1330" y="109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25"/>
              <p:cNvSpPr/>
              <p:nvPr/>
            </p:nvSpPr>
            <p:spPr>
              <a:xfrm>
                <a:off x="6157200" y="2271325"/>
                <a:ext cx="207525" cy="165350"/>
              </a:xfrm>
              <a:custGeom>
                <a:rect b="b" l="l" r="r" t="t"/>
                <a:pathLst>
                  <a:path extrusionOk="0" h="6614" w="8301">
                    <a:moveTo>
                      <a:pt x="3951" y="0"/>
                    </a:moveTo>
                    <a:cubicBezTo>
                      <a:pt x="3129" y="0"/>
                      <a:pt x="2314" y="187"/>
                      <a:pt x="1628" y="614"/>
                    </a:cubicBezTo>
                    <a:cubicBezTo>
                      <a:pt x="679" y="1211"/>
                      <a:pt x="1" y="2296"/>
                      <a:pt x="109" y="3462"/>
                    </a:cubicBezTo>
                    <a:cubicBezTo>
                      <a:pt x="191" y="4411"/>
                      <a:pt x="814" y="5252"/>
                      <a:pt x="1601" y="5795"/>
                    </a:cubicBezTo>
                    <a:cubicBezTo>
                      <a:pt x="2344" y="6342"/>
                      <a:pt x="3221" y="6614"/>
                      <a:pt x="4081" y="6614"/>
                    </a:cubicBezTo>
                    <a:cubicBezTo>
                      <a:pt x="5479" y="6614"/>
                      <a:pt x="6832" y="5893"/>
                      <a:pt x="7487" y="4466"/>
                    </a:cubicBezTo>
                    <a:cubicBezTo>
                      <a:pt x="8301" y="2648"/>
                      <a:pt x="7840" y="939"/>
                      <a:pt x="5832" y="316"/>
                    </a:cubicBezTo>
                    <a:cubicBezTo>
                      <a:pt x="5238" y="114"/>
                      <a:pt x="4592" y="0"/>
                      <a:pt x="39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4" name="Google Shape;484;p25"/>
              <p:cNvSpPr/>
              <p:nvPr/>
            </p:nvSpPr>
            <p:spPr>
              <a:xfrm>
                <a:off x="6235875" y="2236475"/>
                <a:ext cx="75275" cy="74075"/>
              </a:xfrm>
              <a:custGeom>
                <a:rect b="b" l="l" r="r" t="t"/>
                <a:pathLst>
                  <a:path extrusionOk="0" h="2963" w="3011">
                    <a:moveTo>
                      <a:pt x="1031" y="1"/>
                    </a:moveTo>
                    <a:lnTo>
                      <a:pt x="1031" y="1"/>
                    </a:lnTo>
                    <a:cubicBezTo>
                      <a:pt x="1166" y="326"/>
                      <a:pt x="1112" y="706"/>
                      <a:pt x="977" y="1004"/>
                    </a:cubicBezTo>
                    <a:cubicBezTo>
                      <a:pt x="760" y="679"/>
                      <a:pt x="407" y="435"/>
                      <a:pt x="27" y="299"/>
                    </a:cubicBezTo>
                    <a:lnTo>
                      <a:pt x="27" y="299"/>
                    </a:lnTo>
                    <a:cubicBezTo>
                      <a:pt x="0" y="543"/>
                      <a:pt x="27" y="814"/>
                      <a:pt x="163" y="1059"/>
                    </a:cubicBezTo>
                    <a:cubicBezTo>
                      <a:pt x="298" y="1248"/>
                      <a:pt x="543" y="1411"/>
                      <a:pt x="787" y="1465"/>
                    </a:cubicBezTo>
                    <a:cubicBezTo>
                      <a:pt x="434" y="1547"/>
                      <a:pt x="136" y="1872"/>
                      <a:pt x="27" y="2198"/>
                    </a:cubicBezTo>
                    <a:cubicBezTo>
                      <a:pt x="160" y="2286"/>
                      <a:pt x="316" y="2330"/>
                      <a:pt x="470" y="2330"/>
                    </a:cubicBezTo>
                    <a:cubicBezTo>
                      <a:pt x="693" y="2330"/>
                      <a:pt x="914" y="2239"/>
                      <a:pt x="1058" y="2062"/>
                    </a:cubicBezTo>
                    <a:cubicBezTo>
                      <a:pt x="1058" y="2333"/>
                      <a:pt x="1194" y="2632"/>
                      <a:pt x="1356" y="2849"/>
                    </a:cubicBezTo>
                    <a:cubicBezTo>
                      <a:pt x="1427" y="2896"/>
                      <a:pt x="1477" y="2963"/>
                      <a:pt x="1559" y="2963"/>
                    </a:cubicBezTo>
                    <a:cubicBezTo>
                      <a:pt x="1572" y="2963"/>
                      <a:pt x="1586" y="2961"/>
                      <a:pt x="1600" y="2957"/>
                    </a:cubicBezTo>
                    <a:cubicBezTo>
                      <a:pt x="1655" y="2903"/>
                      <a:pt x="1709" y="2849"/>
                      <a:pt x="1709" y="2767"/>
                    </a:cubicBezTo>
                    <a:cubicBezTo>
                      <a:pt x="1763" y="2550"/>
                      <a:pt x="1763" y="2279"/>
                      <a:pt x="1655" y="2035"/>
                    </a:cubicBezTo>
                    <a:lnTo>
                      <a:pt x="1655" y="2035"/>
                    </a:lnTo>
                    <a:cubicBezTo>
                      <a:pt x="1857" y="2130"/>
                      <a:pt x="2064" y="2173"/>
                      <a:pt x="2268" y="2173"/>
                    </a:cubicBezTo>
                    <a:cubicBezTo>
                      <a:pt x="2528" y="2173"/>
                      <a:pt x="2782" y="2103"/>
                      <a:pt x="3011" y="1981"/>
                    </a:cubicBezTo>
                    <a:lnTo>
                      <a:pt x="1899" y="1574"/>
                    </a:lnTo>
                    <a:cubicBezTo>
                      <a:pt x="2170" y="1248"/>
                      <a:pt x="2306" y="814"/>
                      <a:pt x="2251" y="408"/>
                    </a:cubicBezTo>
                    <a:lnTo>
                      <a:pt x="2251" y="408"/>
                    </a:lnTo>
                    <a:cubicBezTo>
                      <a:pt x="2007" y="489"/>
                      <a:pt x="1790" y="625"/>
                      <a:pt x="1600" y="787"/>
                    </a:cubicBezTo>
                    <a:cubicBezTo>
                      <a:pt x="1573" y="435"/>
                      <a:pt x="1329" y="109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5" name="Google Shape;485;p25"/>
              <p:cNvSpPr/>
              <p:nvPr/>
            </p:nvSpPr>
            <p:spPr>
              <a:xfrm>
                <a:off x="6333500" y="1891175"/>
                <a:ext cx="55650" cy="63975"/>
              </a:xfrm>
              <a:custGeom>
                <a:rect b="b" l="l" r="r" t="t"/>
                <a:pathLst>
                  <a:path extrusionOk="0" h="2559" w="2226">
                    <a:moveTo>
                      <a:pt x="1658" y="0"/>
                    </a:moveTo>
                    <a:cubicBezTo>
                      <a:pt x="1249" y="0"/>
                      <a:pt x="791" y="273"/>
                      <a:pt x="516" y="522"/>
                    </a:cubicBezTo>
                    <a:cubicBezTo>
                      <a:pt x="191" y="848"/>
                      <a:pt x="1" y="1309"/>
                      <a:pt x="28" y="1743"/>
                    </a:cubicBezTo>
                    <a:cubicBezTo>
                      <a:pt x="28" y="1905"/>
                      <a:pt x="55" y="2068"/>
                      <a:pt x="164" y="2258"/>
                    </a:cubicBezTo>
                    <a:cubicBezTo>
                      <a:pt x="272" y="2421"/>
                      <a:pt x="408" y="2529"/>
                      <a:pt x="571" y="2556"/>
                    </a:cubicBezTo>
                    <a:cubicBezTo>
                      <a:pt x="590" y="2558"/>
                      <a:pt x="609" y="2559"/>
                      <a:pt x="628" y="2559"/>
                    </a:cubicBezTo>
                    <a:cubicBezTo>
                      <a:pt x="903" y="2559"/>
                      <a:pt x="1154" y="2378"/>
                      <a:pt x="1357" y="2150"/>
                    </a:cubicBezTo>
                    <a:cubicBezTo>
                      <a:pt x="1656" y="1851"/>
                      <a:pt x="1927" y="1471"/>
                      <a:pt x="2062" y="1065"/>
                    </a:cubicBezTo>
                    <a:cubicBezTo>
                      <a:pt x="2171" y="739"/>
                      <a:pt x="2225" y="88"/>
                      <a:pt x="1764" y="7"/>
                    </a:cubicBezTo>
                    <a:cubicBezTo>
                      <a:pt x="1729" y="2"/>
                      <a:pt x="1694" y="0"/>
                      <a:pt x="1658" y="0"/>
                    </a:cubicBezTo>
                    <a:close/>
                  </a:path>
                </a:pathLst>
              </a:custGeom>
              <a:solidFill>
                <a:srgbClr val="FBF7E4">
                  <a:alpha val="22745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p25"/>
              <p:cNvSpPr/>
              <p:nvPr/>
            </p:nvSpPr>
            <p:spPr>
              <a:xfrm>
                <a:off x="6539650" y="2107700"/>
                <a:ext cx="61725" cy="86850"/>
              </a:xfrm>
              <a:custGeom>
                <a:rect b="b" l="l" r="r" t="t"/>
                <a:pathLst>
                  <a:path extrusionOk="0" h="3474" w="2469">
                    <a:moveTo>
                      <a:pt x="1236" y="0"/>
                    </a:moveTo>
                    <a:cubicBezTo>
                      <a:pt x="654" y="0"/>
                      <a:pt x="242" y="728"/>
                      <a:pt x="82" y="1300"/>
                    </a:cubicBezTo>
                    <a:cubicBezTo>
                      <a:pt x="1" y="1734"/>
                      <a:pt x="55" y="2277"/>
                      <a:pt x="272" y="2738"/>
                    </a:cubicBezTo>
                    <a:cubicBezTo>
                      <a:pt x="435" y="3090"/>
                      <a:pt x="706" y="3416"/>
                      <a:pt x="1086" y="3470"/>
                    </a:cubicBezTo>
                    <a:cubicBezTo>
                      <a:pt x="1107" y="3472"/>
                      <a:pt x="1129" y="3473"/>
                      <a:pt x="1150" y="3473"/>
                    </a:cubicBezTo>
                    <a:cubicBezTo>
                      <a:pt x="1423" y="3473"/>
                      <a:pt x="1667" y="3317"/>
                      <a:pt x="1818" y="3090"/>
                    </a:cubicBezTo>
                    <a:cubicBezTo>
                      <a:pt x="1981" y="2846"/>
                      <a:pt x="2089" y="2575"/>
                      <a:pt x="2198" y="2304"/>
                    </a:cubicBezTo>
                    <a:cubicBezTo>
                      <a:pt x="2388" y="1571"/>
                      <a:pt x="2469" y="405"/>
                      <a:pt x="1574" y="80"/>
                    </a:cubicBezTo>
                    <a:cubicBezTo>
                      <a:pt x="1456" y="25"/>
                      <a:pt x="1343" y="0"/>
                      <a:pt x="1236" y="0"/>
                    </a:cubicBezTo>
                    <a:close/>
                  </a:path>
                </a:pathLst>
              </a:custGeom>
              <a:solidFill>
                <a:srgbClr val="FBF7E4">
                  <a:alpha val="22745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25"/>
              <p:cNvSpPr/>
              <p:nvPr/>
            </p:nvSpPr>
            <p:spPr>
              <a:xfrm>
                <a:off x="6384375" y="2273650"/>
                <a:ext cx="57650" cy="73325"/>
              </a:xfrm>
              <a:custGeom>
                <a:rect b="b" l="l" r="r" t="t"/>
                <a:pathLst>
                  <a:path extrusionOk="0" h="2933" w="2306">
                    <a:moveTo>
                      <a:pt x="814" y="1"/>
                    </a:moveTo>
                    <a:cubicBezTo>
                      <a:pt x="493" y="1"/>
                      <a:pt x="249" y="204"/>
                      <a:pt x="136" y="657"/>
                    </a:cubicBezTo>
                    <a:cubicBezTo>
                      <a:pt x="0" y="1063"/>
                      <a:pt x="109" y="1470"/>
                      <a:pt x="271" y="1850"/>
                    </a:cubicBezTo>
                    <a:cubicBezTo>
                      <a:pt x="407" y="2175"/>
                      <a:pt x="543" y="2474"/>
                      <a:pt x="814" y="2718"/>
                    </a:cubicBezTo>
                    <a:cubicBezTo>
                      <a:pt x="993" y="2843"/>
                      <a:pt x="1231" y="2933"/>
                      <a:pt x="1457" y="2933"/>
                    </a:cubicBezTo>
                    <a:cubicBezTo>
                      <a:pt x="1575" y="2933"/>
                      <a:pt x="1689" y="2909"/>
                      <a:pt x="1790" y="2854"/>
                    </a:cubicBezTo>
                    <a:cubicBezTo>
                      <a:pt x="2197" y="2664"/>
                      <a:pt x="2306" y="2148"/>
                      <a:pt x="2279" y="1714"/>
                    </a:cubicBezTo>
                    <a:cubicBezTo>
                      <a:pt x="2224" y="982"/>
                      <a:pt x="1926" y="412"/>
                      <a:pt x="1275" y="114"/>
                    </a:cubicBezTo>
                    <a:cubicBezTo>
                      <a:pt x="1110" y="40"/>
                      <a:pt x="954" y="1"/>
                      <a:pt x="814" y="1"/>
                    </a:cubicBezTo>
                    <a:close/>
                  </a:path>
                </a:pathLst>
              </a:custGeom>
              <a:solidFill>
                <a:srgbClr val="FBF7E4">
                  <a:alpha val="22745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25"/>
              <p:cNvSpPr/>
              <p:nvPr/>
            </p:nvSpPr>
            <p:spPr>
              <a:xfrm>
                <a:off x="6180250" y="2294450"/>
                <a:ext cx="52250" cy="62100"/>
              </a:xfrm>
              <a:custGeom>
                <a:rect b="b" l="l" r="r" t="t"/>
                <a:pathLst>
                  <a:path extrusionOk="0" h="2484" w="2090">
                    <a:moveTo>
                      <a:pt x="1330" y="1"/>
                    </a:moveTo>
                    <a:cubicBezTo>
                      <a:pt x="1181" y="1"/>
                      <a:pt x="1032" y="42"/>
                      <a:pt x="896" y="123"/>
                    </a:cubicBezTo>
                    <a:cubicBezTo>
                      <a:pt x="598" y="286"/>
                      <a:pt x="354" y="557"/>
                      <a:pt x="218" y="828"/>
                    </a:cubicBezTo>
                    <a:cubicBezTo>
                      <a:pt x="55" y="1181"/>
                      <a:pt x="1" y="1560"/>
                      <a:pt x="55" y="1913"/>
                    </a:cubicBezTo>
                    <a:cubicBezTo>
                      <a:pt x="82" y="2076"/>
                      <a:pt x="164" y="2266"/>
                      <a:pt x="299" y="2374"/>
                    </a:cubicBezTo>
                    <a:cubicBezTo>
                      <a:pt x="391" y="2451"/>
                      <a:pt x="509" y="2484"/>
                      <a:pt x="637" y="2484"/>
                    </a:cubicBezTo>
                    <a:cubicBezTo>
                      <a:pt x="737" y="2484"/>
                      <a:pt x="844" y="2464"/>
                      <a:pt x="950" y="2428"/>
                    </a:cubicBezTo>
                    <a:cubicBezTo>
                      <a:pt x="1276" y="2320"/>
                      <a:pt x="1574" y="2130"/>
                      <a:pt x="1791" y="1859"/>
                    </a:cubicBezTo>
                    <a:cubicBezTo>
                      <a:pt x="1981" y="1588"/>
                      <a:pt x="2090" y="1208"/>
                      <a:pt x="2090" y="882"/>
                    </a:cubicBezTo>
                    <a:cubicBezTo>
                      <a:pt x="2090" y="584"/>
                      <a:pt x="1981" y="286"/>
                      <a:pt x="1764" y="123"/>
                    </a:cubicBezTo>
                    <a:cubicBezTo>
                      <a:pt x="1628" y="42"/>
                      <a:pt x="1479" y="1"/>
                      <a:pt x="1330" y="1"/>
                    </a:cubicBezTo>
                    <a:close/>
                  </a:path>
                </a:pathLst>
              </a:custGeom>
              <a:solidFill>
                <a:srgbClr val="FBF7E4">
                  <a:alpha val="22745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9" name="Google Shape;489;p25"/>
              <p:cNvSpPr/>
              <p:nvPr/>
            </p:nvSpPr>
            <p:spPr>
              <a:xfrm>
                <a:off x="6182300" y="2365150"/>
                <a:ext cx="27150" cy="27825"/>
              </a:xfrm>
              <a:custGeom>
                <a:rect b="b" l="l" r="r" t="t"/>
                <a:pathLst>
                  <a:path extrusionOk="0" h="1113" w="1086">
                    <a:moveTo>
                      <a:pt x="411" y="1"/>
                    </a:moveTo>
                    <a:cubicBezTo>
                      <a:pt x="258" y="1"/>
                      <a:pt x="122" y="62"/>
                      <a:pt x="55" y="224"/>
                    </a:cubicBezTo>
                    <a:cubicBezTo>
                      <a:pt x="0" y="306"/>
                      <a:pt x="0" y="414"/>
                      <a:pt x="0" y="523"/>
                    </a:cubicBezTo>
                    <a:cubicBezTo>
                      <a:pt x="0" y="658"/>
                      <a:pt x="55" y="794"/>
                      <a:pt x="136" y="930"/>
                    </a:cubicBezTo>
                    <a:cubicBezTo>
                      <a:pt x="217" y="1052"/>
                      <a:pt x="375" y="1113"/>
                      <a:pt x="529" y="1113"/>
                    </a:cubicBezTo>
                    <a:cubicBezTo>
                      <a:pt x="580" y="1113"/>
                      <a:pt x="631" y="1106"/>
                      <a:pt x="678" y="1092"/>
                    </a:cubicBezTo>
                    <a:cubicBezTo>
                      <a:pt x="895" y="1038"/>
                      <a:pt x="1031" y="848"/>
                      <a:pt x="1058" y="658"/>
                    </a:cubicBezTo>
                    <a:cubicBezTo>
                      <a:pt x="1085" y="441"/>
                      <a:pt x="1004" y="251"/>
                      <a:pt x="868" y="143"/>
                    </a:cubicBezTo>
                    <a:cubicBezTo>
                      <a:pt x="733" y="62"/>
                      <a:pt x="563" y="1"/>
                      <a:pt x="411" y="1"/>
                    </a:cubicBezTo>
                    <a:close/>
                  </a:path>
                </a:pathLst>
              </a:custGeom>
              <a:solidFill>
                <a:srgbClr val="FBF7E4">
                  <a:alpha val="22745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0" name="Google Shape;490;p25"/>
              <p:cNvSpPr/>
              <p:nvPr/>
            </p:nvSpPr>
            <p:spPr>
              <a:xfrm>
                <a:off x="6167375" y="2042875"/>
                <a:ext cx="86375" cy="46475"/>
              </a:xfrm>
              <a:custGeom>
                <a:rect b="b" l="l" r="r" t="t"/>
                <a:pathLst>
                  <a:path extrusionOk="0" h="1859" w="3455">
                    <a:moveTo>
                      <a:pt x="2058" y="0"/>
                    </a:moveTo>
                    <a:cubicBezTo>
                      <a:pt x="1780" y="0"/>
                      <a:pt x="1514" y="40"/>
                      <a:pt x="1330" y="96"/>
                    </a:cubicBezTo>
                    <a:cubicBezTo>
                      <a:pt x="1004" y="150"/>
                      <a:pt x="733" y="259"/>
                      <a:pt x="516" y="421"/>
                    </a:cubicBezTo>
                    <a:cubicBezTo>
                      <a:pt x="380" y="530"/>
                      <a:pt x="245" y="638"/>
                      <a:pt x="136" y="801"/>
                    </a:cubicBezTo>
                    <a:cubicBezTo>
                      <a:pt x="28" y="937"/>
                      <a:pt x="1" y="1127"/>
                      <a:pt x="55" y="1316"/>
                    </a:cubicBezTo>
                    <a:cubicBezTo>
                      <a:pt x="163" y="1506"/>
                      <a:pt x="380" y="1615"/>
                      <a:pt x="597" y="1669"/>
                    </a:cubicBezTo>
                    <a:cubicBezTo>
                      <a:pt x="950" y="1778"/>
                      <a:pt x="1275" y="1859"/>
                      <a:pt x="1655" y="1859"/>
                    </a:cubicBezTo>
                    <a:cubicBezTo>
                      <a:pt x="2008" y="1859"/>
                      <a:pt x="2333" y="1859"/>
                      <a:pt x="2632" y="1723"/>
                    </a:cubicBezTo>
                    <a:cubicBezTo>
                      <a:pt x="2957" y="1561"/>
                      <a:pt x="3228" y="1316"/>
                      <a:pt x="3283" y="991"/>
                    </a:cubicBezTo>
                    <a:cubicBezTo>
                      <a:pt x="3455" y="226"/>
                      <a:pt x="2723" y="0"/>
                      <a:pt x="2058" y="0"/>
                    </a:cubicBezTo>
                    <a:close/>
                  </a:path>
                </a:pathLst>
              </a:custGeom>
              <a:solidFill>
                <a:srgbClr val="FBF7E4">
                  <a:alpha val="22745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25"/>
              <p:cNvSpPr/>
              <p:nvPr/>
            </p:nvSpPr>
            <p:spPr>
              <a:xfrm>
                <a:off x="6668500" y="2123250"/>
                <a:ext cx="22400" cy="74600"/>
              </a:xfrm>
              <a:custGeom>
                <a:rect b="b" l="l" r="r" t="t"/>
                <a:pathLst>
                  <a:path extrusionOk="0" fill="none" h="2984" w="896">
                    <a:moveTo>
                      <a:pt x="624" y="0"/>
                    </a:moveTo>
                    <a:cubicBezTo>
                      <a:pt x="868" y="488"/>
                      <a:pt x="895" y="1031"/>
                      <a:pt x="814" y="1573"/>
                    </a:cubicBezTo>
                    <a:cubicBezTo>
                      <a:pt x="705" y="2116"/>
                      <a:pt x="407" y="2604"/>
                      <a:pt x="0" y="2984"/>
                    </a:cubicBezTo>
                  </a:path>
                </a:pathLst>
              </a:custGeom>
              <a:noFill/>
              <a:ln cap="rnd" cmpd="sng" w="122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25"/>
              <p:cNvSpPr/>
              <p:nvPr/>
            </p:nvSpPr>
            <p:spPr>
              <a:xfrm>
                <a:off x="6645425" y="2210025"/>
                <a:ext cx="4775" cy="2750"/>
              </a:xfrm>
              <a:custGeom>
                <a:rect b="b" l="l" r="r" t="t"/>
                <a:pathLst>
                  <a:path extrusionOk="0" fill="none" h="110" w="191">
                    <a:moveTo>
                      <a:pt x="191" y="1"/>
                    </a:moveTo>
                    <a:lnTo>
                      <a:pt x="1" y="109"/>
                    </a:lnTo>
                  </a:path>
                </a:pathLst>
              </a:custGeom>
              <a:noFill/>
              <a:ln cap="rnd" cmpd="sng" w="122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25"/>
              <p:cNvSpPr/>
              <p:nvPr/>
            </p:nvSpPr>
            <p:spPr>
              <a:xfrm>
                <a:off x="6204000" y="2120525"/>
                <a:ext cx="76650" cy="37325"/>
              </a:xfrm>
              <a:custGeom>
                <a:rect b="b" l="l" r="r" t="t"/>
                <a:pathLst>
                  <a:path extrusionOk="0" fill="none" h="1493" w="3066">
                    <a:moveTo>
                      <a:pt x="3065" y="1"/>
                    </a:moveTo>
                    <a:cubicBezTo>
                      <a:pt x="2414" y="977"/>
                      <a:pt x="1140" y="1492"/>
                      <a:pt x="0" y="1221"/>
                    </a:cubicBezTo>
                  </a:path>
                </a:pathLst>
              </a:custGeom>
              <a:noFill/>
              <a:ln cap="rnd" cmpd="sng" w="122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" name="Google Shape;494;p25"/>
              <p:cNvSpPr/>
              <p:nvPr/>
            </p:nvSpPr>
            <p:spPr>
              <a:xfrm>
                <a:off x="6356575" y="1978125"/>
                <a:ext cx="48150" cy="27825"/>
              </a:xfrm>
              <a:custGeom>
                <a:rect b="b" l="l" r="r" t="t"/>
                <a:pathLst>
                  <a:path extrusionOk="0" fill="none" h="1113" w="1926">
                    <a:moveTo>
                      <a:pt x="0" y="1"/>
                    </a:moveTo>
                    <a:cubicBezTo>
                      <a:pt x="54" y="407"/>
                      <a:pt x="326" y="814"/>
                      <a:pt x="733" y="950"/>
                    </a:cubicBezTo>
                    <a:cubicBezTo>
                      <a:pt x="1139" y="1113"/>
                      <a:pt x="1628" y="1004"/>
                      <a:pt x="1926" y="733"/>
                    </a:cubicBezTo>
                  </a:path>
                </a:pathLst>
              </a:custGeom>
              <a:noFill/>
              <a:ln cap="rnd" cmpd="sng" w="122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25"/>
              <p:cNvSpPr/>
              <p:nvPr/>
            </p:nvSpPr>
            <p:spPr>
              <a:xfrm>
                <a:off x="6450150" y="2324625"/>
                <a:ext cx="57650" cy="40725"/>
              </a:xfrm>
              <a:custGeom>
                <a:rect b="b" l="l" r="r" t="t"/>
                <a:pathLst>
                  <a:path extrusionOk="0" fill="none" h="1629" w="2306">
                    <a:moveTo>
                      <a:pt x="0" y="1466"/>
                    </a:moveTo>
                    <a:cubicBezTo>
                      <a:pt x="489" y="1628"/>
                      <a:pt x="1058" y="1574"/>
                      <a:pt x="1492" y="1303"/>
                    </a:cubicBezTo>
                    <a:cubicBezTo>
                      <a:pt x="1953" y="1032"/>
                      <a:pt x="2252" y="543"/>
                      <a:pt x="2306" y="1"/>
                    </a:cubicBezTo>
                  </a:path>
                </a:pathLst>
              </a:custGeom>
              <a:noFill/>
              <a:ln cap="rnd" cmpd="sng" w="122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p25"/>
              <p:cNvSpPr/>
              <p:nvPr/>
            </p:nvSpPr>
            <p:spPr>
              <a:xfrm>
                <a:off x="6248075" y="2347700"/>
                <a:ext cx="75300" cy="61050"/>
              </a:xfrm>
              <a:custGeom>
                <a:rect b="b" l="l" r="r" t="t"/>
                <a:pathLst>
                  <a:path extrusionOk="0" fill="none" h="2442" w="3012">
                    <a:moveTo>
                      <a:pt x="0" y="2224"/>
                    </a:moveTo>
                    <a:cubicBezTo>
                      <a:pt x="461" y="2414"/>
                      <a:pt x="1004" y="2441"/>
                      <a:pt x="1519" y="2306"/>
                    </a:cubicBezTo>
                    <a:cubicBezTo>
                      <a:pt x="1980" y="2170"/>
                      <a:pt x="2442" y="1845"/>
                      <a:pt x="2713" y="1411"/>
                    </a:cubicBezTo>
                    <a:cubicBezTo>
                      <a:pt x="2984" y="977"/>
                      <a:pt x="3011" y="434"/>
                      <a:pt x="2767" y="0"/>
                    </a:cubicBezTo>
                  </a:path>
                </a:pathLst>
              </a:custGeom>
              <a:noFill/>
              <a:ln cap="rnd" cmpd="sng" w="122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7" name="Google Shape;497;p25"/>
            <p:cNvGrpSpPr/>
            <p:nvPr/>
          </p:nvGrpSpPr>
          <p:grpSpPr>
            <a:xfrm>
              <a:off x="2702850" y="4229625"/>
              <a:ext cx="605550" cy="551200"/>
              <a:chOff x="5782225" y="3227825"/>
              <a:chExt cx="605550" cy="551200"/>
            </a:xfrm>
          </p:grpSpPr>
          <p:sp>
            <p:nvSpPr>
              <p:cNvPr id="498" name="Google Shape;498;p25"/>
              <p:cNvSpPr/>
              <p:nvPr/>
            </p:nvSpPr>
            <p:spPr>
              <a:xfrm>
                <a:off x="5782225" y="3227825"/>
                <a:ext cx="605550" cy="551200"/>
              </a:xfrm>
              <a:custGeom>
                <a:rect b="b" l="l" r="r" t="t"/>
                <a:pathLst>
                  <a:path extrusionOk="0" h="22048" w="24222">
                    <a:moveTo>
                      <a:pt x="12911" y="0"/>
                    </a:moveTo>
                    <a:cubicBezTo>
                      <a:pt x="10095" y="0"/>
                      <a:pt x="7203" y="971"/>
                      <a:pt x="4883" y="2714"/>
                    </a:cubicBezTo>
                    <a:cubicBezTo>
                      <a:pt x="3445" y="3880"/>
                      <a:pt x="2252" y="5399"/>
                      <a:pt x="1546" y="7108"/>
                    </a:cubicBezTo>
                    <a:cubicBezTo>
                      <a:pt x="0" y="10878"/>
                      <a:pt x="895" y="15435"/>
                      <a:pt x="3608" y="18419"/>
                    </a:cubicBezTo>
                    <a:cubicBezTo>
                      <a:pt x="5722" y="20744"/>
                      <a:pt x="8873" y="22048"/>
                      <a:pt x="12036" y="22048"/>
                    </a:cubicBezTo>
                    <a:cubicBezTo>
                      <a:pt x="12931" y="22048"/>
                      <a:pt x="13828" y="21943"/>
                      <a:pt x="14701" y="21728"/>
                    </a:cubicBezTo>
                    <a:cubicBezTo>
                      <a:pt x="17007" y="21131"/>
                      <a:pt x="19095" y="19856"/>
                      <a:pt x="20614" y="18066"/>
                    </a:cubicBezTo>
                    <a:cubicBezTo>
                      <a:pt x="23734" y="14377"/>
                      <a:pt x="24222" y="8681"/>
                      <a:pt x="21645" y="4613"/>
                    </a:cubicBezTo>
                    <a:cubicBezTo>
                      <a:pt x="19611" y="1420"/>
                      <a:pt x="16317" y="0"/>
                      <a:pt x="1291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p25"/>
              <p:cNvSpPr/>
              <p:nvPr/>
            </p:nvSpPr>
            <p:spPr>
              <a:xfrm>
                <a:off x="5826300" y="3261875"/>
                <a:ext cx="518775" cy="482075"/>
              </a:xfrm>
              <a:custGeom>
                <a:rect b="b" l="l" r="r" t="t"/>
                <a:pathLst>
                  <a:path extrusionOk="0" h="19283" w="20751">
                    <a:moveTo>
                      <a:pt x="10189" y="1"/>
                    </a:moveTo>
                    <a:cubicBezTo>
                      <a:pt x="9080" y="1"/>
                      <a:pt x="7972" y="177"/>
                      <a:pt x="6917" y="538"/>
                    </a:cubicBezTo>
                    <a:cubicBezTo>
                      <a:pt x="2930" y="1895"/>
                      <a:pt x="0" y="6045"/>
                      <a:pt x="136" y="10276"/>
                    </a:cubicBezTo>
                    <a:cubicBezTo>
                      <a:pt x="335" y="15854"/>
                      <a:pt x="5426" y="19283"/>
                      <a:pt x="10646" y="19283"/>
                    </a:cubicBezTo>
                    <a:cubicBezTo>
                      <a:pt x="11112" y="19283"/>
                      <a:pt x="11579" y="19255"/>
                      <a:pt x="12043" y="19200"/>
                    </a:cubicBezTo>
                    <a:cubicBezTo>
                      <a:pt x="13644" y="19010"/>
                      <a:pt x="15244" y="18386"/>
                      <a:pt x="16519" y="17409"/>
                    </a:cubicBezTo>
                    <a:cubicBezTo>
                      <a:pt x="19367" y="15240"/>
                      <a:pt x="20750" y="11361"/>
                      <a:pt x="20018" y="7862"/>
                    </a:cubicBezTo>
                    <a:cubicBezTo>
                      <a:pt x="19258" y="4390"/>
                      <a:pt x="16492" y="1406"/>
                      <a:pt x="13074" y="403"/>
                    </a:cubicBezTo>
                    <a:cubicBezTo>
                      <a:pt x="12136" y="137"/>
                      <a:pt x="11162" y="1"/>
                      <a:pt x="1018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p25"/>
              <p:cNvSpPr/>
              <p:nvPr/>
            </p:nvSpPr>
            <p:spPr>
              <a:xfrm>
                <a:off x="6024975" y="3289775"/>
                <a:ext cx="118700" cy="187725"/>
              </a:xfrm>
              <a:custGeom>
                <a:rect b="b" l="l" r="r" t="t"/>
                <a:pathLst>
                  <a:path extrusionOk="0" h="7509" w="4748">
                    <a:moveTo>
                      <a:pt x="2327" y="1"/>
                    </a:moveTo>
                    <a:cubicBezTo>
                      <a:pt x="1605" y="1"/>
                      <a:pt x="901" y="367"/>
                      <a:pt x="516" y="968"/>
                    </a:cubicBezTo>
                    <a:cubicBezTo>
                      <a:pt x="1" y="1701"/>
                      <a:pt x="55" y="2732"/>
                      <a:pt x="245" y="3627"/>
                    </a:cubicBezTo>
                    <a:cubicBezTo>
                      <a:pt x="407" y="4413"/>
                      <a:pt x="923" y="7370"/>
                      <a:pt x="1899" y="7505"/>
                    </a:cubicBezTo>
                    <a:cubicBezTo>
                      <a:pt x="1920" y="7508"/>
                      <a:pt x="1941" y="7509"/>
                      <a:pt x="1962" y="7509"/>
                    </a:cubicBezTo>
                    <a:cubicBezTo>
                      <a:pt x="2942" y="7509"/>
                      <a:pt x="3858" y="5048"/>
                      <a:pt x="4151" y="4305"/>
                    </a:cubicBezTo>
                    <a:cubicBezTo>
                      <a:pt x="4503" y="3410"/>
                      <a:pt x="4747" y="2379"/>
                      <a:pt x="4395" y="1484"/>
                    </a:cubicBezTo>
                    <a:cubicBezTo>
                      <a:pt x="4123" y="697"/>
                      <a:pt x="3418" y="128"/>
                      <a:pt x="2604" y="19"/>
                    </a:cubicBezTo>
                    <a:cubicBezTo>
                      <a:pt x="2512" y="7"/>
                      <a:pt x="2419" y="1"/>
                      <a:pt x="23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p25"/>
              <p:cNvSpPr/>
              <p:nvPr/>
            </p:nvSpPr>
            <p:spPr>
              <a:xfrm>
                <a:off x="6106350" y="3370350"/>
                <a:ext cx="169550" cy="128700"/>
              </a:xfrm>
              <a:custGeom>
                <a:rect b="b" l="l" r="r" t="t"/>
                <a:pathLst>
                  <a:path extrusionOk="0" h="5148" w="6782">
                    <a:moveTo>
                      <a:pt x="5010" y="0"/>
                    </a:moveTo>
                    <a:cubicBezTo>
                      <a:pt x="4583" y="0"/>
                      <a:pt x="4143" y="133"/>
                      <a:pt x="3771" y="295"/>
                    </a:cubicBezTo>
                    <a:cubicBezTo>
                      <a:pt x="3120" y="593"/>
                      <a:pt x="2496" y="973"/>
                      <a:pt x="1953" y="1434"/>
                    </a:cubicBezTo>
                    <a:cubicBezTo>
                      <a:pt x="1248" y="2112"/>
                      <a:pt x="0" y="3577"/>
                      <a:pt x="163" y="4662"/>
                    </a:cubicBezTo>
                    <a:cubicBezTo>
                      <a:pt x="233" y="5020"/>
                      <a:pt x="584" y="5148"/>
                      <a:pt x="1051" y="5148"/>
                    </a:cubicBezTo>
                    <a:cubicBezTo>
                      <a:pt x="2034" y="5148"/>
                      <a:pt x="3528" y="4583"/>
                      <a:pt x="3988" y="4418"/>
                    </a:cubicBezTo>
                    <a:cubicBezTo>
                      <a:pt x="4910" y="4092"/>
                      <a:pt x="5832" y="3604"/>
                      <a:pt x="6293" y="2763"/>
                    </a:cubicBezTo>
                    <a:cubicBezTo>
                      <a:pt x="6781" y="1950"/>
                      <a:pt x="6673" y="702"/>
                      <a:pt x="5832" y="214"/>
                    </a:cubicBezTo>
                    <a:cubicBezTo>
                      <a:pt x="5581" y="61"/>
                      <a:pt x="5299" y="0"/>
                      <a:pt x="50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2" name="Google Shape;502;p25"/>
              <p:cNvSpPr/>
              <p:nvPr/>
            </p:nvSpPr>
            <p:spPr>
              <a:xfrm>
                <a:off x="5885300" y="3341050"/>
                <a:ext cx="157325" cy="152250"/>
              </a:xfrm>
              <a:custGeom>
                <a:rect b="b" l="l" r="r" t="t"/>
                <a:pathLst>
                  <a:path extrusionOk="0" h="6090" w="6293">
                    <a:moveTo>
                      <a:pt x="2643" y="0"/>
                    </a:moveTo>
                    <a:cubicBezTo>
                      <a:pt x="2032" y="0"/>
                      <a:pt x="1452" y="473"/>
                      <a:pt x="977" y="925"/>
                    </a:cubicBezTo>
                    <a:cubicBezTo>
                      <a:pt x="488" y="1386"/>
                      <a:pt x="54" y="1955"/>
                      <a:pt x="27" y="2633"/>
                    </a:cubicBezTo>
                    <a:cubicBezTo>
                      <a:pt x="0" y="3176"/>
                      <a:pt x="271" y="3691"/>
                      <a:pt x="624" y="4071"/>
                    </a:cubicBezTo>
                    <a:cubicBezTo>
                      <a:pt x="1004" y="4451"/>
                      <a:pt x="1492" y="4722"/>
                      <a:pt x="1953" y="4939"/>
                    </a:cubicBezTo>
                    <a:cubicBezTo>
                      <a:pt x="2658" y="5292"/>
                      <a:pt x="3391" y="5563"/>
                      <a:pt x="4123" y="5726"/>
                    </a:cubicBezTo>
                    <a:cubicBezTo>
                      <a:pt x="4549" y="5832"/>
                      <a:pt x="5327" y="6089"/>
                      <a:pt x="5891" y="6089"/>
                    </a:cubicBezTo>
                    <a:cubicBezTo>
                      <a:pt x="6045" y="6089"/>
                      <a:pt x="6182" y="6070"/>
                      <a:pt x="6293" y="6024"/>
                    </a:cubicBezTo>
                    <a:cubicBezTo>
                      <a:pt x="5777" y="4505"/>
                      <a:pt x="4910" y="3013"/>
                      <a:pt x="4231" y="1521"/>
                    </a:cubicBezTo>
                    <a:cubicBezTo>
                      <a:pt x="3933" y="870"/>
                      <a:pt x="3553" y="192"/>
                      <a:pt x="2902" y="30"/>
                    </a:cubicBezTo>
                    <a:cubicBezTo>
                      <a:pt x="2815" y="10"/>
                      <a:pt x="2729" y="0"/>
                      <a:pt x="264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3" name="Google Shape;503;p25"/>
              <p:cNvSpPr/>
              <p:nvPr/>
            </p:nvSpPr>
            <p:spPr>
              <a:xfrm>
                <a:off x="5858850" y="3498100"/>
                <a:ext cx="187850" cy="127625"/>
              </a:xfrm>
              <a:custGeom>
                <a:rect b="b" l="l" r="r" t="t"/>
                <a:pathLst>
                  <a:path extrusionOk="0" h="5105" w="7514">
                    <a:moveTo>
                      <a:pt x="1720" y="1"/>
                    </a:moveTo>
                    <a:cubicBezTo>
                      <a:pt x="1317" y="1"/>
                      <a:pt x="924" y="61"/>
                      <a:pt x="597" y="284"/>
                    </a:cubicBezTo>
                    <a:cubicBezTo>
                      <a:pt x="244" y="556"/>
                      <a:pt x="55" y="1044"/>
                      <a:pt x="27" y="1478"/>
                    </a:cubicBezTo>
                    <a:cubicBezTo>
                      <a:pt x="0" y="1939"/>
                      <a:pt x="109" y="2400"/>
                      <a:pt x="190" y="2834"/>
                    </a:cubicBezTo>
                    <a:cubicBezTo>
                      <a:pt x="380" y="3539"/>
                      <a:pt x="570" y="4299"/>
                      <a:pt x="1139" y="4733"/>
                    </a:cubicBezTo>
                    <a:cubicBezTo>
                      <a:pt x="1510" y="5002"/>
                      <a:pt x="1942" y="5104"/>
                      <a:pt x="2392" y="5104"/>
                    </a:cubicBezTo>
                    <a:cubicBezTo>
                      <a:pt x="2668" y="5104"/>
                      <a:pt x="2950" y="5066"/>
                      <a:pt x="3228" y="5004"/>
                    </a:cubicBezTo>
                    <a:cubicBezTo>
                      <a:pt x="4584" y="4706"/>
                      <a:pt x="5751" y="3892"/>
                      <a:pt x="6564" y="2807"/>
                    </a:cubicBezTo>
                    <a:cubicBezTo>
                      <a:pt x="7514" y="1505"/>
                      <a:pt x="6890" y="556"/>
                      <a:pt x="5425" y="393"/>
                    </a:cubicBezTo>
                    <a:cubicBezTo>
                      <a:pt x="4449" y="284"/>
                      <a:pt x="3418" y="203"/>
                      <a:pt x="2414" y="40"/>
                    </a:cubicBezTo>
                    <a:cubicBezTo>
                      <a:pt x="2186" y="20"/>
                      <a:pt x="1951" y="1"/>
                      <a:pt x="172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4" name="Google Shape;504;p25"/>
              <p:cNvSpPr/>
              <p:nvPr/>
            </p:nvSpPr>
            <p:spPr>
              <a:xfrm>
                <a:off x="5978200" y="3526075"/>
                <a:ext cx="137675" cy="192925"/>
              </a:xfrm>
              <a:custGeom>
                <a:rect b="b" l="l" r="r" t="t"/>
                <a:pathLst>
                  <a:path extrusionOk="0" h="7717" w="5507">
                    <a:moveTo>
                      <a:pt x="3941" y="0"/>
                    </a:moveTo>
                    <a:cubicBezTo>
                      <a:pt x="3320" y="0"/>
                      <a:pt x="2836" y="1179"/>
                      <a:pt x="2577" y="1579"/>
                    </a:cubicBezTo>
                    <a:cubicBezTo>
                      <a:pt x="1980" y="2502"/>
                      <a:pt x="1383" y="3424"/>
                      <a:pt x="814" y="4319"/>
                    </a:cubicBezTo>
                    <a:cubicBezTo>
                      <a:pt x="407" y="4943"/>
                      <a:pt x="0" y="5675"/>
                      <a:pt x="244" y="6407"/>
                    </a:cubicBezTo>
                    <a:cubicBezTo>
                      <a:pt x="380" y="6814"/>
                      <a:pt x="760" y="7113"/>
                      <a:pt x="1112" y="7275"/>
                    </a:cubicBezTo>
                    <a:cubicBezTo>
                      <a:pt x="1519" y="7438"/>
                      <a:pt x="1926" y="7520"/>
                      <a:pt x="2387" y="7628"/>
                    </a:cubicBezTo>
                    <a:cubicBezTo>
                      <a:pt x="2685" y="7669"/>
                      <a:pt x="2997" y="7716"/>
                      <a:pt x="3302" y="7716"/>
                    </a:cubicBezTo>
                    <a:cubicBezTo>
                      <a:pt x="3608" y="7716"/>
                      <a:pt x="3906" y="7669"/>
                      <a:pt x="4177" y="7520"/>
                    </a:cubicBezTo>
                    <a:cubicBezTo>
                      <a:pt x="4855" y="7140"/>
                      <a:pt x="5154" y="6326"/>
                      <a:pt x="5262" y="5539"/>
                    </a:cubicBezTo>
                    <a:cubicBezTo>
                      <a:pt x="5506" y="3993"/>
                      <a:pt x="5316" y="2366"/>
                      <a:pt x="4774" y="901"/>
                    </a:cubicBezTo>
                    <a:cubicBezTo>
                      <a:pt x="4665" y="603"/>
                      <a:pt x="4503" y="250"/>
                      <a:pt x="4231" y="88"/>
                    </a:cubicBezTo>
                    <a:cubicBezTo>
                      <a:pt x="4132" y="27"/>
                      <a:pt x="4035" y="0"/>
                      <a:pt x="394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" name="Google Shape;505;p25"/>
              <p:cNvSpPr/>
              <p:nvPr/>
            </p:nvSpPr>
            <p:spPr>
              <a:xfrm>
                <a:off x="6109050" y="3506475"/>
                <a:ext cx="179725" cy="173650"/>
              </a:xfrm>
              <a:custGeom>
                <a:rect b="b" l="l" r="r" t="t"/>
                <a:pathLst>
                  <a:path extrusionOk="0" h="6946" w="7189">
                    <a:moveTo>
                      <a:pt x="5684" y="0"/>
                    </a:moveTo>
                    <a:cubicBezTo>
                      <a:pt x="5517" y="0"/>
                      <a:pt x="5347" y="14"/>
                      <a:pt x="5182" y="31"/>
                    </a:cubicBezTo>
                    <a:cubicBezTo>
                      <a:pt x="3690" y="166"/>
                      <a:pt x="2225" y="329"/>
                      <a:pt x="760" y="573"/>
                    </a:cubicBezTo>
                    <a:cubicBezTo>
                      <a:pt x="543" y="600"/>
                      <a:pt x="299" y="682"/>
                      <a:pt x="164" y="844"/>
                    </a:cubicBezTo>
                    <a:cubicBezTo>
                      <a:pt x="1" y="1034"/>
                      <a:pt x="55" y="1360"/>
                      <a:pt x="137" y="1631"/>
                    </a:cubicBezTo>
                    <a:cubicBezTo>
                      <a:pt x="489" y="2879"/>
                      <a:pt x="950" y="4126"/>
                      <a:pt x="1520" y="5320"/>
                    </a:cubicBezTo>
                    <a:cubicBezTo>
                      <a:pt x="1656" y="5591"/>
                      <a:pt x="1791" y="5862"/>
                      <a:pt x="1900" y="6134"/>
                    </a:cubicBezTo>
                    <a:cubicBezTo>
                      <a:pt x="1927" y="6296"/>
                      <a:pt x="1954" y="6513"/>
                      <a:pt x="2035" y="6622"/>
                    </a:cubicBezTo>
                    <a:cubicBezTo>
                      <a:pt x="2152" y="6870"/>
                      <a:pt x="2386" y="6945"/>
                      <a:pt x="2641" y="6945"/>
                    </a:cubicBezTo>
                    <a:cubicBezTo>
                      <a:pt x="2860" y="6945"/>
                      <a:pt x="3095" y="6889"/>
                      <a:pt x="3283" y="6839"/>
                    </a:cubicBezTo>
                    <a:cubicBezTo>
                      <a:pt x="4476" y="6513"/>
                      <a:pt x="5507" y="5754"/>
                      <a:pt x="6185" y="4750"/>
                    </a:cubicBezTo>
                    <a:cubicBezTo>
                      <a:pt x="6863" y="3720"/>
                      <a:pt x="7189" y="2472"/>
                      <a:pt x="6999" y="1251"/>
                    </a:cubicBezTo>
                    <a:cubicBezTo>
                      <a:pt x="6972" y="926"/>
                      <a:pt x="6918" y="600"/>
                      <a:pt x="6673" y="356"/>
                    </a:cubicBezTo>
                    <a:cubicBezTo>
                      <a:pt x="6428" y="73"/>
                      <a:pt x="6065" y="0"/>
                      <a:pt x="56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6" name="Google Shape;506;p25"/>
              <p:cNvSpPr/>
              <p:nvPr/>
            </p:nvSpPr>
            <p:spPr>
              <a:xfrm>
                <a:off x="5885975" y="3343800"/>
                <a:ext cx="156650" cy="149900"/>
              </a:xfrm>
              <a:custGeom>
                <a:rect b="b" l="l" r="r" t="t"/>
                <a:pathLst>
                  <a:path extrusionOk="0" h="5996" w="6266">
                    <a:moveTo>
                      <a:pt x="2170" y="1"/>
                    </a:moveTo>
                    <a:cubicBezTo>
                      <a:pt x="2034" y="28"/>
                      <a:pt x="1926" y="82"/>
                      <a:pt x="1790" y="164"/>
                    </a:cubicBezTo>
                    <a:cubicBezTo>
                      <a:pt x="2550" y="1574"/>
                      <a:pt x="3391" y="2903"/>
                      <a:pt x="4367" y="4124"/>
                    </a:cubicBezTo>
                    <a:cubicBezTo>
                      <a:pt x="3174" y="3066"/>
                      <a:pt x="2007" y="2035"/>
                      <a:pt x="841" y="896"/>
                    </a:cubicBezTo>
                    <a:cubicBezTo>
                      <a:pt x="733" y="1005"/>
                      <a:pt x="678" y="1113"/>
                      <a:pt x="570" y="1194"/>
                    </a:cubicBezTo>
                    <a:cubicBezTo>
                      <a:pt x="2034" y="2605"/>
                      <a:pt x="3526" y="3961"/>
                      <a:pt x="5045" y="5236"/>
                    </a:cubicBezTo>
                    <a:cubicBezTo>
                      <a:pt x="3282" y="4449"/>
                      <a:pt x="1601" y="3554"/>
                      <a:pt x="0" y="2496"/>
                    </a:cubicBezTo>
                    <a:lnTo>
                      <a:pt x="0" y="2551"/>
                    </a:lnTo>
                    <a:cubicBezTo>
                      <a:pt x="0" y="2740"/>
                      <a:pt x="0" y="2876"/>
                      <a:pt x="54" y="3012"/>
                    </a:cubicBezTo>
                    <a:cubicBezTo>
                      <a:pt x="1899" y="4178"/>
                      <a:pt x="3825" y="5182"/>
                      <a:pt x="5859" y="5995"/>
                    </a:cubicBezTo>
                    <a:cubicBezTo>
                      <a:pt x="6022" y="5995"/>
                      <a:pt x="6157" y="5968"/>
                      <a:pt x="6266" y="5914"/>
                    </a:cubicBezTo>
                    <a:cubicBezTo>
                      <a:pt x="6239" y="5778"/>
                      <a:pt x="6157" y="5616"/>
                      <a:pt x="6103" y="5480"/>
                    </a:cubicBezTo>
                    <a:cubicBezTo>
                      <a:pt x="4530" y="3825"/>
                      <a:pt x="3228" y="1981"/>
                      <a:pt x="21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7" name="Google Shape;507;p25"/>
              <p:cNvSpPr/>
              <p:nvPr/>
            </p:nvSpPr>
            <p:spPr>
              <a:xfrm>
                <a:off x="5859525" y="3514025"/>
                <a:ext cx="174975" cy="94950"/>
              </a:xfrm>
              <a:custGeom>
                <a:rect b="b" l="l" r="r" t="t"/>
                <a:pathLst>
                  <a:path extrusionOk="0" h="3798" w="6999">
                    <a:moveTo>
                      <a:pt x="272" y="0"/>
                    </a:moveTo>
                    <a:lnTo>
                      <a:pt x="82" y="407"/>
                    </a:lnTo>
                    <a:cubicBezTo>
                      <a:pt x="309" y="404"/>
                      <a:pt x="536" y="402"/>
                      <a:pt x="763" y="402"/>
                    </a:cubicBezTo>
                    <a:cubicBezTo>
                      <a:pt x="2435" y="402"/>
                      <a:pt x="4106" y="494"/>
                      <a:pt x="5778" y="732"/>
                    </a:cubicBezTo>
                    <a:cubicBezTo>
                      <a:pt x="3879" y="1112"/>
                      <a:pt x="1926" y="1410"/>
                      <a:pt x="0" y="1627"/>
                    </a:cubicBezTo>
                    <a:cubicBezTo>
                      <a:pt x="28" y="1763"/>
                      <a:pt x="28" y="1899"/>
                      <a:pt x="82" y="2034"/>
                    </a:cubicBezTo>
                    <a:cubicBezTo>
                      <a:pt x="2008" y="1790"/>
                      <a:pt x="3933" y="1519"/>
                      <a:pt x="5859" y="1139"/>
                    </a:cubicBezTo>
                    <a:lnTo>
                      <a:pt x="5859" y="1139"/>
                    </a:lnTo>
                    <a:cubicBezTo>
                      <a:pt x="4177" y="2061"/>
                      <a:pt x="2387" y="2848"/>
                      <a:pt x="516" y="3445"/>
                    </a:cubicBezTo>
                    <a:cubicBezTo>
                      <a:pt x="651" y="3553"/>
                      <a:pt x="706" y="3662"/>
                      <a:pt x="787" y="3797"/>
                    </a:cubicBezTo>
                    <a:cubicBezTo>
                      <a:pt x="2957" y="3092"/>
                      <a:pt x="5018" y="2143"/>
                      <a:pt x="6998" y="976"/>
                    </a:cubicBezTo>
                    <a:cubicBezTo>
                      <a:pt x="6998" y="814"/>
                      <a:pt x="6917" y="651"/>
                      <a:pt x="6808" y="515"/>
                    </a:cubicBezTo>
                    <a:cubicBezTo>
                      <a:pt x="4639" y="163"/>
                      <a:pt x="2469" y="0"/>
                      <a:pt x="2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p25"/>
              <p:cNvSpPr/>
              <p:nvPr/>
            </p:nvSpPr>
            <p:spPr>
              <a:xfrm>
                <a:off x="6111775" y="3520800"/>
                <a:ext cx="173625" cy="149875"/>
              </a:xfrm>
              <a:custGeom>
                <a:rect b="b" l="l" r="r" t="t"/>
                <a:pathLst>
                  <a:path extrusionOk="0" h="5995" w="6945">
                    <a:moveTo>
                      <a:pt x="651" y="0"/>
                    </a:moveTo>
                    <a:cubicBezTo>
                      <a:pt x="462" y="27"/>
                      <a:pt x="190" y="54"/>
                      <a:pt x="82" y="271"/>
                    </a:cubicBezTo>
                    <a:cubicBezTo>
                      <a:pt x="55" y="326"/>
                      <a:pt x="0" y="380"/>
                      <a:pt x="0" y="434"/>
                    </a:cubicBezTo>
                    <a:cubicBezTo>
                      <a:pt x="55" y="461"/>
                      <a:pt x="82" y="461"/>
                      <a:pt x="82" y="488"/>
                    </a:cubicBezTo>
                    <a:cubicBezTo>
                      <a:pt x="1411" y="2333"/>
                      <a:pt x="2767" y="4177"/>
                      <a:pt x="4042" y="5995"/>
                    </a:cubicBezTo>
                    <a:cubicBezTo>
                      <a:pt x="4178" y="5940"/>
                      <a:pt x="4286" y="5859"/>
                      <a:pt x="4395" y="5778"/>
                    </a:cubicBezTo>
                    <a:cubicBezTo>
                      <a:pt x="3364" y="4394"/>
                      <a:pt x="2360" y="2984"/>
                      <a:pt x="1330" y="1601"/>
                    </a:cubicBezTo>
                    <a:lnTo>
                      <a:pt x="1330" y="1601"/>
                    </a:lnTo>
                    <a:cubicBezTo>
                      <a:pt x="2713" y="2713"/>
                      <a:pt x="4178" y="3743"/>
                      <a:pt x="5669" y="4747"/>
                    </a:cubicBezTo>
                    <a:cubicBezTo>
                      <a:pt x="5778" y="4638"/>
                      <a:pt x="5859" y="4530"/>
                      <a:pt x="5941" y="4449"/>
                    </a:cubicBezTo>
                    <a:cubicBezTo>
                      <a:pt x="4259" y="3364"/>
                      <a:pt x="2659" y="2143"/>
                      <a:pt x="1113" y="841"/>
                    </a:cubicBezTo>
                    <a:lnTo>
                      <a:pt x="1113" y="841"/>
                    </a:lnTo>
                    <a:cubicBezTo>
                      <a:pt x="2930" y="1628"/>
                      <a:pt x="4747" y="2496"/>
                      <a:pt x="6537" y="3445"/>
                    </a:cubicBezTo>
                    <a:cubicBezTo>
                      <a:pt x="6592" y="3309"/>
                      <a:pt x="6619" y="3228"/>
                      <a:pt x="6673" y="3065"/>
                    </a:cubicBezTo>
                    <a:cubicBezTo>
                      <a:pt x="4910" y="2116"/>
                      <a:pt x="3093" y="1248"/>
                      <a:pt x="1248" y="461"/>
                    </a:cubicBezTo>
                    <a:lnTo>
                      <a:pt x="1248" y="461"/>
                    </a:lnTo>
                    <a:lnTo>
                      <a:pt x="6944" y="1112"/>
                    </a:lnTo>
                    <a:cubicBezTo>
                      <a:pt x="6944" y="977"/>
                      <a:pt x="6890" y="841"/>
                      <a:pt x="6890" y="705"/>
                    </a:cubicBezTo>
                    <a:lnTo>
                      <a:pt x="6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9" name="Google Shape;509;p25"/>
              <p:cNvSpPr/>
              <p:nvPr/>
            </p:nvSpPr>
            <p:spPr>
              <a:xfrm>
                <a:off x="6110425" y="3372975"/>
                <a:ext cx="159375" cy="118675"/>
              </a:xfrm>
              <a:custGeom>
                <a:rect b="b" l="l" r="r" t="t"/>
                <a:pathLst>
                  <a:path extrusionOk="0" h="4747" w="6375">
                    <a:moveTo>
                      <a:pt x="5289" y="0"/>
                    </a:moveTo>
                    <a:lnTo>
                      <a:pt x="27" y="4150"/>
                    </a:lnTo>
                    <a:cubicBezTo>
                      <a:pt x="0" y="4286"/>
                      <a:pt x="0" y="4421"/>
                      <a:pt x="27" y="4557"/>
                    </a:cubicBezTo>
                    <a:cubicBezTo>
                      <a:pt x="27" y="4611"/>
                      <a:pt x="54" y="4693"/>
                      <a:pt x="109" y="4747"/>
                    </a:cubicBezTo>
                    <a:cubicBezTo>
                      <a:pt x="163" y="4720"/>
                      <a:pt x="244" y="4666"/>
                      <a:pt x="353" y="4611"/>
                    </a:cubicBezTo>
                    <a:lnTo>
                      <a:pt x="6103" y="2767"/>
                    </a:lnTo>
                    <a:cubicBezTo>
                      <a:pt x="6103" y="2713"/>
                      <a:pt x="6130" y="2713"/>
                      <a:pt x="6130" y="2686"/>
                    </a:cubicBezTo>
                    <a:cubicBezTo>
                      <a:pt x="6212" y="2550"/>
                      <a:pt x="6266" y="2414"/>
                      <a:pt x="6320" y="2279"/>
                    </a:cubicBezTo>
                    <a:lnTo>
                      <a:pt x="6320" y="2279"/>
                    </a:lnTo>
                    <a:lnTo>
                      <a:pt x="1845" y="3743"/>
                    </a:lnTo>
                    <a:cubicBezTo>
                      <a:pt x="3336" y="2848"/>
                      <a:pt x="4855" y="2007"/>
                      <a:pt x="6374" y="1167"/>
                    </a:cubicBezTo>
                    <a:cubicBezTo>
                      <a:pt x="6347" y="1031"/>
                      <a:pt x="6320" y="895"/>
                      <a:pt x="6239" y="787"/>
                    </a:cubicBezTo>
                    <a:cubicBezTo>
                      <a:pt x="4693" y="1628"/>
                      <a:pt x="3119" y="2523"/>
                      <a:pt x="1601" y="3445"/>
                    </a:cubicBezTo>
                    <a:lnTo>
                      <a:pt x="5696" y="190"/>
                    </a:lnTo>
                    <a:lnTo>
                      <a:pt x="5669" y="136"/>
                    </a:lnTo>
                    <a:cubicBezTo>
                      <a:pt x="5533" y="82"/>
                      <a:pt x="5425" y="27"/>
                      <a:pt x="52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0" name="Google Shape;510;p25"/>
              <p:cNvSpPr/>
              <p:nvPr/>
            </p:nvSpPr>
            <p:spPr>
              <a:xfrm>
                <a:off x="5997175" y="3525100"/>
                <a:ext cx="92250" cy="191700"/>
              </a:xfrm>
              <a:custGeom>
                <a:rect b="b" l="l" r="r" t="t"/>
                <a:pathLst>
                  <a:path extrusionOk="0" h="7668" w="3690">
                    <a:moveTo>
                      <a:pt x="3144" y="1"/>
                    </a:moveTo>
                    <a:cubicBezTo>
                      <a:pt x="3059" y="1"/>
                      <a:pt x="2978" y="20"/>
                      <a:pt x="2903" y="45"/>
                    </a:cubicBezTo>
                    <a:cubicBezTo>
                      <a:pt x="2035" y="2432"/>
                      <a:pt x="1031" y="4765"/>
                      <a:pt x="1" y="7043"/>
                    </a:cubicBezTo>
                    <a:cubicBezTo>
                      <a:pt x="82" y="7125"/>
                      <a:pt x="218" y="7206"/>
                      <a:pt x="326" y="7260"/>
                    </a:cubicBezTo>
                    <a:cubicBezTo>
                      <a:pt x="1275" y="5280"/>
                      <a:pt x="2170" y="3246"/>
                      <a:pt x="2930" y="1184"/>
                    </a:cubicBezTo>
                    <a:lnTo>
                      <a:pt x="2930" y="1184"/>
                    </a:lnTo>
                    <a:lnTo>
                      <a:pt x="1519" y="7613"/>
                    </a:lnTo>
                    <a:lnTo>
                      <a:pt x="1574" y="7613"/>
                    </a:lnTo>
                    <a:cubicBezTo>
                      <a:pt x="1682" y="7667"/>
                      <a:pt x="1791" y="7667"/>
                      <a:pt x="1899" y="7667"/>
                    </a:cubicBezTo>
                    <a:lnTo>
                      <a:pt x="3255" y="1483"/>
                    </a:lnTo>
                    <a:lnTo>
                      <a:pt x="3066" y="7613"/>
                    </a:lnTo>
                    <a:cubicBezTo>
                      <a:pt x="3174" y="7586"/>
                      <a:pt x="3310" y="7559"/>
                      <a:pt x="3418" y="7477"/>
                    </a:cubicBezTo>
                    <a:cubicBezTo>
                      <a:pt x="3445" y="7477"/>
                      <a:pt x="3445" y="7450"/>
                      <a:pt x="3472" y="7450"/>
                    </a:cubicBezTo>
                    <a:lnTo>
                      <a:pt x="3689" y="289"/>
                    </a:lnTo>
                    <a:cubicBezTo>
                      <a:pt x="3608" y="235"/>
                      <a:pt x="3554" y="127"/>
                      <a:pt x="3445" y="99"/>
                    </a:cubicBezTo>
                    <a:cubicBezTo>
                      <a:pt x="3343" y="27"/>
                      <a:pt x="3241" y="1"/>
                      <a:pt x="314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p25"/>
              <p:cNvSpPr/>
              <p:nvPr/>
            </p:nvSpPr>
            <p:spPr>
              <a:xfrm>
                <a:off x="6038550" y="3288200"/>
                <a:ext cx="85450" cy="188550"/>
              </a:xfrm>
              <a:custGeom>
                <a:rect b="b" l="l" r="r" t="t"/>
                <a:pathLst>
                  <a:path extrusionOk="0" h="7542" w="3418">
                    <a:moveTo>
                      <a:pt x="1790" y="1"/>
                    </a:moveTo>
                    <a:cubicBezTo>
                      <a:pt x="1655" y="1"/>
                      <a:pt x="1519" y="1"/>
                      <a:pt x="1383" y="55"/>
                    </a:cubicBezTo>
                    <a:lnTo>
                      <a:pt x="1248" y="6239"/>
                    </a:lnTo>
                    <a:cubicBezTo>
                      <a:pt x="841" y="4395"/>
                      <a:pt x="515" y="2442"/>
                      <a:pt x="326" y="543"/>
                    </a:cubicBezTo>
                    <a:cubicBezTo>
                      <a:pt x="190" y="733"/>
                      <a:pt x="109" y="814"/>
                      <a:pt x="0" y="977"/>
                    </a:cubicBezTo>
                    <a:cubicBezTo>
                      <a:pt x="244" y="3147"/>
                      <a:pt x="597" y="5344"/>
                      <a:pt x="1139" y="7460"/>
                    </a:cubicBezTo>
                    <a:cubicBezTo>
                      <a:pt x="1221" y="7514"/>
                      <a:pt x="1275" y="7541"/>
                      <a:pt x="1383" y="7541"/>
                    </a:cubicBezTo>
                    <a:cubicBezTo>
                      <a:pt x="1492" y="7541"/>
                      <a:pt x="1600" y="7541"/>
                      <a:pt x="1655" y="7487"/>
                    </a:cubicBezTo>
                    <a:lnTo>
                      <a:pt x="1655" y="7324"/>
                    </a:lnTo>
                    <a:cubicBezTo>
                      <a:pt x="2414" y="5181"/>
                      <a:pt x="2984" y="2984"/>
                      <a:pt x="3418" y="760"/>
                    </a:cubicBezTo>
                    <a:cubicBezTo>
                      <a:pt x="3309" y="652"/>
                      <a:pt x="3174" y="543"/>
                      <a:pt x="3092" y="462"/>
                    </a:cubicBezTo>
                    <a:cubicBezTo>
                      <a:pt x="2740" y="2306"/>
                      <a:pt x="2278" y="4178"/>
                      <a:pt x="1682" y="5968"/>
                    </a:cubicBezTo>
                    <a:lnTo>
                      <a:pt x="179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2" name="Google Shape;512;p25"/>
              <p:cNvSpPr/>
              <p:nvPr/>
            </p:nvSpPr>
            <p:spPr>
              <a:xfrm>
                <a:off x="6250100" y="3295675"/>
                <a:ext cx="93600" cy="162750"/>
              </a:xfrm>
              <a:custGeom>
                <a:rect b="b" l="l" r="r" t="t"/>
                <a:pathLst>
                  <a:path extrusionOk="0" fill="none" h="6510" w="3744">
                    <a:moveTo>
                      <a:pt x="1" y="0"/>
                    </a:moveTo>
                    <a:cubicBezTo>
                      <a:pt x="2116" y="1492"/>
                      <a:pt x="3527" y="3960"/>
                      <a:pt x="3744" y="6510"/>
                    </a:cubicBezTo>
                  </a:path>
                </a:pathLst>
              </a:custGeom>
              <a:noFill/>
              <a:ln cap="rnd" cmpd="sng" w="122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3" name="Google Shape;513;p25"/>
              <p:cNvSpPr/>
              <p:nvPr/>
            </p:nvSpPr>
            <p:spPr>
              <a:xfrm>
                <a:off x="6099575" y="3676075"/>
                <a:ext cx="149200" cy="54275"/>
              </a:xfrm>
              <a:custGeom>
                <a:rect b="b" l="l" r="r" t="t"/>
                <a:pathLst>
                  <a:path extrusionOk="0" fill="none" h="2171" w="5968">
                    <a:moveTo>
                      <a:pt x="0" y="2171"/>
                    </a:moveTo>
                    <a:cubicBezTo>
                      <a:pt x="2170" y="2171"/>
                      <a:pt x="4313" y="1384"/>
                      <a:pt x="5967" y="1"/>
                    </a:cubicBezTo>
                  </a:path>
                </a:pathLst>
              </a:custGeom>
              <a:noFill/>
              <a:ln cap="rnd" cmpd="sng" w="122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4" name="Google Shape;514;p25"/>
              <p:cNvSpPr/>
              <p:nvPr/>
            </p:nvSpPr>
            <p:spPr>
              <a:xfrm>
                <a:off x="5862900" y="3313975"/>
                <a:ext cx="145150" cy="204150"/>
              </a:xfrm>
              <a:custGeom>
                <a:rect b="b" l="l" r="r" t="t"/>
                <a:pathLst>
                  <a:path extrusionOk="0" h="8166" w="5806">
                    <a:moveTo>
                      <a:pt x="4629" y="1"/>
                    </a:moveTo>
                    <a:cubicBezTo>
                      <a:pt x="3831" y="1"/>
                      <a:pt x="2974" y="805"/>
                      <a:pt x="2442" y="1248"/>
                    </a:cubicBezTo>
                    <a:cubicBezTo>
                      <a:pt x="1873" y="1764"/>
                      <a:pt x="1357" y="2333"/>
                      <a:pt x="950" y="3011"/>
                    </a:cubicBezTo>
                    <a:cubicBezTo>
                      <a:pt x="543" y="3581"/>
                      <a:pt x="299" y="4232"/>
                      <a:pt x="164" y="4937"/>
                    </a:cubicBezTo>
                    <a:cubicBezTo>
                      <a:pt x="28" y="5615"/>
                      <a:pt x="1" y="6402"/>
                      <a:pt x="299" y="7053"/>
                    </a:cubicBezTo>
                    <a:cubicBezTo>
                      <a:pt x="616" y="7686"/>
                      <a:pt x="1216" y="8166"/>
                      <a:pt x="1923" y="8166"/>
                    </a:cubicBezTo>
                    <a:cubicBezTo>
                      <a:pt x="1942" y="8166"/>
                      <a:pt x="1962" y="8165"/>
                      <a:pt x="1981" y="8165"/>
                    </a:cubicBezTo>
                    <a:cubicBezTo>
                      <a:pt x="2469" y="8138"/>
                      <a:pt x="2930" y="7839"/>
                      <a:pt x="3229" y="7460"/>
                    </a:cubicBezTo>
                    <a:cubicBezTo>
                      <a:pt x="3527" y="7080"/>
                      <a:pt x="3771" y="6646"/>
                      <a:pt x="3961" y="6158"/>
                    </a:cubicBezTo>
                    <a:cubicBezTo>
                      <a:pt x="4368" y="5344"/>
                      <a:pt x="4748" y="4503"/>
                      <a:pt x="5155" y="3689"/>
                    </a:cubicBezTo>
                    <a:cubicBezTo>
                      <a:pt x="5453" y="3011"/>
                      <a:pt x="5806" y="2306"/>
                      <a:pt x="5806" y="1547"/>
                    </a:cubicBezTo>
                    <a:cubicBezTo>
                      <a:pt x="5806" y="1031"/>
                      <a:pt x="5643" y="407"/>
                      <a:pt x="5155" y="136"/>
                    </a:cubicBezTo>
                    <a:cubicBezTo>
                      <a:pt x="4985" y="42"/>
                      <a:pt x="4809" y="1"/>
                      <a:pt x="4629" y="1"/>
                    </a:cubicBezTo>
                    <a:close/>
                  </a:path>
                </a:pathLst>
              </a:custGeom>
              <a:solidFill>
                <a:srgbClr val="FBF7E4">
                  <a:alpha val="22745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15" name="Google Shape;515;p25"/>
            <p:cNvGrpSpPr/>
            <p:nvPr/>
          </p:nvGrpSpPr>
          <p:grpSpPr>
            <a:xfrm>
              <a:off x="1577500" y="4274850"/>
              <a:ext cx="766275" cy="460750"/>
              <a:chOff x="5645250" y="2555175"/>
              <a:chExt cx="766275" cy="460750"/>
            </a:xfrm>
          </p:grpSpPr>
          <p:sp>
            <p:nvSpPr>
              <p:cNvPr id="516" name="Google Shape;516;p25"/>
              <p:cNvSpPr/>
              <p:nvPr/>
            </p:nvSpPr>
            <p:spPr>
              <a:xfrm>
                <a:off x="5645250" y="2555175"/>
                <a:ext cx="766275" cy="460750"/>
              </a:xfrm>
              <a:custGeom>
                <a:rect b="b" l="l" r="r" t="t"/>
                <a:pathLst>
                  <a:path extrusionOk="0" h="18430" w="30651">
                    <a:moveTo>
                      <a:pt x="30650" y="1"/>
                    </a:moveTo>
                    <a:lnTo>
                      <a:pt x="30650" y="1"/>
                    </a:lnTo>
                    <a:cubicBezTo>
                      <a:pt x="20669" y="2849"/>
                      <a:pt x="10199" y="5182"/>
                      <a:pt x="0" y="6863"/>
                    </a:cubicBezTo>
                    <a:cubicBezTo>
                      <a:pt x="1709" y="10823"/>
                      <a:pt x="3689" y="13644"/>
                      <a:pt x="6374" y="15733"/>
                    </a:cubicBezTo>
                    <a:cubicBezTo>
                      <a:pt x="8694" y="17593"/>
                      <a:pt x="11567" y="18429"/>
                      <a:pt x="14497" y="18429"/>
                    </a:cubicBezTo>
                    <a:cubicBezTo>
                      <a:pt x="19857" y="18429"/>
                      <a:pt x="25410" y="15630"/>
                      <a:pt x="28128" y="11176"/>
                    </a:cubicBezTo>
                    <a:cubicBezTo>
                      <a:pt x="30162" y="7867"/>
                      <a:pt x="30379" y="3798"/>
                      <a:pt x="3065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7" name="Google Shape;517;p25"/>
              <p:cNvSpPr/>
              <p:nvPr/>
            </p:nvSpPr>
            <p:spPr>
              <a:xfrm>
                <a:off x="6003150" y="2833725"/>
                <a:ext cx="76775" cy="181925"/>
              </a:xfrm>
              <a:custGeom>
                <a:rect b="b" l="l" r="r" t="t"/>
                <a:pathLst>
                  <a:path extrusionOk="0" h="7277" w="3071">
                    <a:moveTo>
                      <a:pt x="1267" y="0"/>
                    </a:moveTo>
                    <a:cubicBezTo>
                      <a:pt x="673" y="0"/>
                      <a:pt x="1" y="514"/>
                      <a:pt x="114" y="1309"/>
                    </a:cubicBezTo>
                    <a:cubicBezTo>
                      <a:pt x="440" y="3316"/>
                      <a:pt x="738" y="5269"/>
                      <a:pt x="1036" y="7276"/>
                    </a:cubicBezTo>
                    <a:cubicBezTo>
                      <a:pt x="1714" y="7249"/>
                      <a:pt x="2393" y="7168"/>
                      <a:pt x="3071" y="7032"/>
                    </a:cubicBezTo>
                    <a:cubicBezTo>
                      <a:pt x="2745" y="4943"/>
                      <a:pt x="2420" y="2855"/>
                      <a:pt x="2094" y="766"/>
                    </a:cubicBezTo>
                    <a:cubicBezTo>
                      <a:pt x="2029" y="232"/>
                      <a:pt x="1665" y="0"/>
                      <a:pt x="126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8" name="Google Shape;518;p25"/>
              <p:cNvSpPr/>
              <p:nvPr/>
            </p:nvSpPr>
            <p:spPr>
              <a:xfrm>
                <a:off x="5746950" y="2777325"/>
                <a:ext cx="139300" cy="154225"/>
              </a:xfrm>
              <a:custGeom>
                <a:rect b="b" l="l" r="r" t="t"/>
                <a:pathLst>
                  <a:path extrusionOk="0" h="6169" w="5572">
                    <a:moveTo>
                      <a:pt x="4115" y="1"/>
                    </a:moveTo>
                    <a:cubicBezTo>
                      <a:pt x="3797" y="1"/>
                      <a:pt x="3471" y="131"/>
                      <a:pt x="3229" y="446"/>
                    </a:cubicBezTo>
                    <a:cubicBezTo>
                      <a:pt x="2144" y="1856"/>
                      <a:pt x="1086" y="3294"/>
                      <a:pt x="1" y="4704"/>
                    </a:cubicBezTo>
                    <a:cubicBezTo>
                      <a:pt x="462" y="5219"/>
                      <a:pt x="950" y="5735"/>
                      <a:pt x="1466" y="6169"/>
                    </a:cubicBezTo>
                    <a:cubicBezTo>
                      <a:pt x="2686" y="4623"/>
                      <a:pt x="3852" y="3022"/>
                      <a:pt x="5019" y="1449"/>
                    </a:cubicBezTo>
                    <a:cubicBezTo>
                      <a:pt x="5571" y="725"/>
                      <a:pt x="4866" y="1"/>
                      <a:pt x="411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" name="Google Shape;519;p25"/>
              <p:cNvSpPr/>
              <p:nvPr/>
            </p:nvSpPr>
            <p:spPr>
              <a:xfrm>
                <a:off x="6079450" y="2807975"/>
                <a:ext cx="118475" cy="181900"/>
              </a:xfrm>
              <a:custGeom>
                <a:rect b="b" l="l" r="r" t="t"/>
                <a:pathLst>
                  <a:path extrusionOk="0" h="7276" w="4739">
                    <a:moveTo>
                      <a:pt x="1362" y="1"/>
                    </a:moveTo>
                    <a:cubicBezTo>
                      <a:pt x="705" y="1"/>
                      <a:pt x="1" y="746"/>
                      <a:pt x="371" y="1579"/>
                    </a:cubicBezTo>
                    <a:cubicBezTo>
                      <a:pt x="1212" y="3478"/>
                      <a:pt x="2026" y="5377"/>
                      <a:pt x="2867" y="7275"/>
                    </a:cubicBezTo>
                    <a:cubicBezTo>
                      <a:pt x="3518" y="7058"/>
                      <a:pt x="4114" y="6787"/>
                      <a:pt x="4738" y="6462"/>
                    </a:cubicBezTo>
                    <a:cubicBezTo>
                      <a:pt x="3843" y="4509"/>
                      <a:pt x="2975" y="2529"/>
                      <a:pt x="2134" y="549"/>
                    </a:cubicBezTo>
                    <a:cubicBezTo>
                      <a:pt x="1962" y="162"/>
                      <a:pt x="1667" y="1"/>
                      <a:pt x="136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0" name="Google Shape;520;p25"/>
              <p:cNvSpPr/>
              <p:nvPr/>
            </p:nvSpPr>
            <p:spPr>
              <a:xfrm>
                <a:off x="5683900" y="2751150"/>
                <a:ext cx="116100" cy="96325"/>
              </a:xfrm>
              <a:custGeom>
                <a:rect b="b" l="l" r="r" t="t"/>
                <a:pathLst>
                  <a:path extrusionOk="0" h="3853" w="4644">
                    <a:moveTo>
                      <a:pt x="3057" y="0"/>
                    </a:moveTo>
                    <a:cubicBezTo>
                      <a:pt x="2832" y="0"/>
                      <a:pt x="2599" y="73"/>
                      <a:pt x="2387" y="245"/>
                    </a:cubicBezTo>
                    <a:cubicBezTo>
                      <a:pt x="1601" y="869"/>
                      <a:pt x="787" y="1493"/>
                      <a:pt x="0" y="2144"/>
                    </a:cubicBezTo>
                    <a:cubicBezTo>
                      <a:pt x="353" y="2740"/>
                      <a:pt x="733" y="3310"/>
                      <a:pt x="1085" y="3852"/>
                    </a:cubicBezTo>
                    <a:cubicBezTo>
                      <a:pt x="2007" y="3120"/>
                      <a:pt x="2930" y="2415"/>
                      <a:pt x="3852" y="1655"/>
                    </a:cubicBezTo>
                    <a:cubicBezTo>
                      <a:pt x="4643" y="1013"/>
                      <a:pt x="3899" y="0"/>
                      <a:pt x="305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1" name="Google Shape;521;p25"/>
              <p:cNvSpPr/>
              <p:nvPr/>
            </p:nvSpPr>
            <p:spPr>
              <a:xfrm>
                <a:off x="5864275" y="2829075"/>
                <a:ext cx="105575" cy="174350"/>
              </a:xfrm>
              <a:custGeom>
                <a:rect b="b" l="l" r="r" t="t"/>
                <a:pathLst>
                  <a:path extrusionOk="0" h="6974" w="4223">
                    <a:moveTo>
                      <a:pt x="2960" y="1"/>
                    </a:moveTo>
                    <a:cubicBezTo>
                      <a:pt x="2544" y="1"/>
                      <a:pt x="2125" y="214"/>
                      <a:pt x="1953" y="708"/>
                    </a:cubicBezTo>
                    <a:cubicBezTo>
                      <a:pt x="1302" y="2580"/>
                      <a:pt x="651" y="4397"/>
                      <a:pt x="0" y="6269"/>
                    </a:cubicBezTo>
                    <a:cubicBezTo>
                      <a:pt x="624" y="6540"/>
                      <a:pt x="1275" y="6784"/>
                      <a:pt x="1953" y="6974"/>
                    </a:cubicBezTo>
                    <a:cubicBezTo>
                      <a:pt x="2631" y="5048"/>
                      <a:pt x="3282" y="3149"/>
                      <a:pt x="3960" y="1251"/>
                    </a:cubicBezTo>
                    <a:cubicBezTo>
                      <a:pt x="4222" y="497"/>
                      <a:pt x="3594" y="1"/>
                      <a:pt x="296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2" name="Google Shape;522;p25"/>
              <p:cNvSpPr/>
              <p:nvPr/>
            </p:nvSpPr>
            <p:spPr>
              <a:xfrm>
                <a:off x="6250100" y="2625025"/>
                <a:ext cx="156000" cy="52250"/>
              </a:xfrm>
              <a:custGeom>
                <a:rect b="b" l="l" r="r" t="t"/>
                <a:pathLst>
                  <a:path extrusionOk="0" h="2090" w="6240">
                    <a:moveTo>
                      <a:pt x="1330" y="1"/>
                    </a:moveTo>
                    <a:cubicBezTo>
                      <a:pt x="1" y="1"/>
                      <a:pt x="1" y="2035"/>
                      <a:pt x="1330" y="2062"/>
                    </a:cubicBezTo>
                    <a:cubicBezTo>
                      <a:pt x="2903" y="2062"/>
                      <a:pt x="4449" y="2089"/>
                      <a:pt x="6022" y="2089"/>
                    </a:cubicBezTo>
                    <a:cubicBezTo>
                      <a:pt x="6104" y="1411"/>
                      <a:pt x="6185" y="733"/>
                      <a:pt x="6239" y="28"/>
                    </a:cubicBezTo>
                    <a:cubicBezTo>
                      <a:pt x="4585" y="28"/>
                      <a:pt x="2957" y="1"/>
                      <a:pt x="133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" name="Google Shape;523;p25"/>
              <p:cNvSpPr/>
              <p:nvPr/>
            </p:nvSpPr>
            <p:spPr>
              <a:xfrm>
                <a:off x="6217275" y="2710225"/>
                <a:ext cx="158300" cy="113500"/>
              </a:xfrm>
              <a:custGeom>
                <a:rect b="b" l="l" r="r" t="t"/>
                <a:pathLst>
                  <a:path extrusionOk="0" h="4540" w="6332">
                    <a:moveTo>
                      <a:pt x="1416" y="0"/>
                    </a:moveTo>
                    <a:cubicBezTo>
                      <a:pt x="571" y="0"/>
                      <a:pt x="0" y="1351"/>
                      <a:pt x="907" y="1963"/>
                    </a:cubicBezTo>
                    <a:cubicBezTo>
                      <a:pt x="2372" y="2967"/>
                      <a:pt x="3890" y="3835"/>
                      <a:pt x="5518" y="4540"/>
                    </a:cubicBezTo>
                    <a:cubicBezTo>
                      <a:pt x="5843" y="3943"/>
                      <a:pt x="6115" y="3319"/>
                      <a:pt x="6332" y="2696"/>
                    </a:cubicBezTo>
                    <a:cubicBezTo>
                      <a:pt x="4813" y="1963"/>
                      <a:pt x="3321" y="1122"/>
                      <a:pt x="1938" y="173"/>
                    </a:cubicBezTo>
                    <a:cubicBezTo>
                      <a:pt x="1759" y="53"/>
                      <a:pt x="1582" y="0"/>
                      <a:pt x="141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25"/>
              <p:cNvSpPr/>
              <p:nvPr/>
            </p:nvSpPr>
            <p:spPr>
              <a:xfrm>
                <a:off x="6155375" y="2767575"/>
                <a:ext cx="141550" cy="164650"/>
              </a:xfrm>
              <a:custGeom>
                <a:rect b="b" l="l" r="r" t="t"/>
                <a:pathLst>
                  <a:path extrusionOk="0" h="6586" w="5662">
                    <a:moveTo>
                      <a:pt x="1461" y="1"/>
                    </a:moveTo>
                    <a:cubicBezTo>
                      <a:pt x="728" y="1"/>
                      <a:pt x="1" y="750"/>
                      <a:pt x="535" y="1514"/>
                    </a:cubicBezTo>
                    <a:lnTo>
                      <a:pt x="4115" y="6586"/>
                    </a:lnTo>
                    <a:cubicBezTo>
                      <a:pt x="4631" y="6179"/>
                      <a:pt x="5200" y="5745"/>
                      <a:pt x="5661" y="5230"/>
                    </a:cubicBezTo>
                    <a:cubicBezTo>
                      <a:pt x="4549" y="3684"/>
                      <a:pt x="3437" y="2056"/>
                      <a:pt x="2298" y="456"/>
                    </a:cubicBezTo>
                    <a:cubicBezTo>
                      <a:pt x="2081" y="134"/>
                      <a:pt x="1770" y="1"/>
                      <a:pt x="146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5" name="Google Shape;525;p25"/>
              <p:cNvSpPr/>
              <p:nvPr/>
            </p:nvSpPr>
            <p:spPr>
              <a:xfrm>
                <a:off x="5685250" y="2568075"/>
                <a:ext cx="680150" cy="374675"/>
              </a:xfrm>
              <a:custGeom>
                <a:rect b="b" l="l" r="r" t="t"/>
                <a:pathLst>
                  <a:path extrusionOk="0" h="14987" w="27206">
                    <a:moveTo>
                      <a:pt x="27206" y="0"/>
                    </a:moveTo>
                    <a:cubicBezTo>
                      <a:pt x="18336" y="2469"/>
                      <a:pt x="9087" y="4530"/>
                      <a:pt x="1" y="6076"/>
                    </a:cubicBezTo>
                    <a:cubicBezTo>
                      <a:pt x="1764" y="9901"/>
                      <a:pt x="5046" y="13047"/>
                      <a:pt x="9087" y="14349"/>
                    </a:cubicBezTo>
                    <a:cubicBezTo>
                      <a:pt x="10432" y="14778"/>
                      <a:pt x="11846" y="14987"/>
                      <a:pt x="13262" y="14987"/>
                    </a:cubicBezTo>
                    <a:cubicBezTo>
                      <a:pt x="17040" y="14987"/>
                      <a:pt x="20829" y="13496"/>
                      <a:pt x="23354" y="10714"/>
                    </a:cubicBezTo>
                    <a:cubicBezTo>
                      <a:pt x="25361" y="8517"/>
                      <a:pt x="26501" y="5696"/>
                      <a:pt x="26989" y="2740"/>
                    </a:cubicBezTo>
                    <a:cubicBezTo>
                      <a:pt x="27152" y="1872"/>
                      <a:pt x="27206" y="923"/>
                      <a:pt x="2720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" name="Google Shape;526;p25"/>
              <p:cNvSpPr/>
              <p:nvPr/>
            </p:nvSpPr>
            <p:spPr>
              <a:xfrm>
                <a:off x="5695425" y="2572825"/>
                <a:ext cx="659800" cy="356225"/>
              </a:xfrm>
              <a:custGeom>
                <a:rect b="b" l="l" r="r" t="t"/>
                <a:pathLst>
                  <a:path extrusionOk="0" h="14249" w="26392">
                    <a:moveTo>
                      <a:pt x="26202" y="0"/>
                    </a:moveTo>
                    <a:lnTo>
                      <a:pt x="26202" y="0"/>
                    </a:lnTo>
                    <a:cubicBezTo>
                      <a:pt x="17631" y="2360"/>
                      <a:pt x="8707" y="4313"/>
                      <a:pt x="0" y="5805"/>
                    </a:cubicBezTo>
                    <a:cubicBezTo>
                      <a:pt x="1221" y="8354"/>
                      <a:pt x="3147" y="10524"/>
                      <a:pt x="5507" y="12043"/>
                    </a:cubicBezTo>
                    <a:cubicBezTo>
                      <a:pt x="7771" y="13467"/>
                      <a:pt x="10416" y="14248"/>
                      <a:pt x="13046" y="14248"/>
                    </a:cubicBezTo>
                    <a:cubicBezTo>
                      <a:pt x="13472" y="14248"/>
                      <a:pt x="13898" y="14228"/>
                      <a:pt x="14322" y="14186"/>
                    </a:cubicBezTo>
                    <a:cubicBezTo>
                      <a:pt x="18173" y="13806"/>
                      <a:pt x="21754" y="11636"/>
                      <a:pt x="23924" y="8463"/>
                    </a:cubicBezTo>
                    <a:cubicBezTo>
                      <a:pt x="25578" y="6022"/>
                      <a:pt x="26392" y="2957"/>
                      <a:pt x="2620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7" name="Google Shape;527;p25"/>
              <p:cNvSpPr/>
              <p:nvPr/>
            </p:nvSpPr>
            <p:spPr>
              <a:xfrm>
                <a:off x="5978200" y="2689450"/>
                <a:ext cx="14250" cy="27825"/>
              </a:xfrm>
              <a:custGeom>
                <a:rect b="b" l="l" r="r" t="t"/>
                <a:pathLst>
                  <a:path extrusionOk="0" h="1113" w="570">
                    <a:moveTo>
                      <a:pt x="298" y="0"/>
                    </a:moveTo>
                    <a:cubicBezTo>
                      <a:pt x="0" y="0"/>
                      <a:pt x="81" y="733"/>
                      <a:pt x="81" y="868"/>
                    </a:cubicBezTo>
                    <a:cubicBezTo>
                      <a:pt x="81" y="977"/>
                      <a:pt x="109" y="1085"/>
                      <a:pt x="217" y="1113"/>
                    </a:cubicBezTo>
                    <a:cubicBezTo>
                      <a:pt x="271" y="1113"/>
                      <a:pt x="298" y="1085"/>
                      <a:pt x="380" y="1031"/>
                    </a:cubicBezTo>
                    <a:cubicBezTo>
                      <a:pt x="407" y="1004"/>
                      <a:pt x="434" y="950"/>
                      <a:pt x="434" y="868"/>
                    </a:cubicBezTo>
                    <a:cubicBezTo>
                      <a:pt x="488" y="706"/>
                      <a:pt x="570" y="28"/>
                      <a:pt x="2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8" name="Google Shape;528;p25"/>
              <p:cNvSpPr/>
              <p:nvPr/>
            </p:nvSpPr>
            <p:spPr>
              <a:xfrm>
                <a:off x="5854775" y="2724350"/>
                <a:ext cx="18975" cy="26550"/>
              </a:xfrm>
              <a:custGeom>
                <a:rect b="b" l="l" r="r" t="t"/>
                <a:pathLst>
                  <a:path extrusionOk="0" h="1062" w="759">
                    <a:moveTo>
                      <a:pt x="610" y="0"/>
                    </a:moveTo>
                    <a:cubicBezTo>
                      <a:pt x="577" y="0"/>
                      <a:pt x="537" y="13"/>
                      <a:pt x="489" y="42"/>
                    </a:cubicBezTo>
                    <a:cubicBezTo>
                      <a:pt x="326" y="259"/>
                      <a:pt x="163" y="503"/>
                      <a:pt x="55" y="693"/>
                    </a:cubicBezTo>
                    <a:cubicBezTo>
                      <a:pt x="28" y="802"/>
                      <a:pt x="1" y="937"/>
                      <a:pt x="55" y="991"/>
                    </a:cubicBezTo>
                    <a:cubicBezTo>
                      <a:pt x="72" y="1043"/>
                      <a:pt x="122" y="1062"/>
                      <a:pt x="177" y="1062"/>
                    </a:cubicBezTo>
                    <a:cubicBezTo>
                      <a:pt x="209" y="1062"/>
                      <a:pt x="242" y="1056"/>
                      <a:pt x="272" y="1046"/>
                    </a:cubicBezTo>
                    <a:cubicBezTo>
                      <a:pt x="326" y="991"/>
                      <a:pt x="407" y="964"/>
                      <a:pt x="434" y="910"/>
                    </a:cubicBezTo>
                    <a:cubicBezTo>
                      <a:pt x="570" y="774"/>
                      <a:pt x="679" y="585"/>
                      <a:pt x="706" y="422"/>
                    </a:cubicBezTo>
                    <a:cubicBezTo>
                      <a:pt x="750" y="266"/>
                      <a:pt x="758" y="0"/>
                      <a:pt x="6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9" name="Google Shape;529;p25"/>
              <p:cNvSpPr/>
              <p:nvPr/>
            </p:nvSpPr>
            <p:spPr>
              <a:xfrm>
                <a:off x="5913775" y="2775825"/>
                <a:ext cx="21050" cy="34350"/>
              </a:xfrm>
              <a:custGeom>
                <a:rect b="b" l="l" r="r" t="t"/>
                <a:pathLst>
                  <a:path extrusionOk="0" h="1374" w="842">
                    <a:moveTo>
                      <a:pt x="497" y="1"/>
                    </a:moveTo>
                    <a:cubicBezTo>
                      <a:pt x="241" y="1"/>
                      <a:pt x="77" y="628"/>
                      <a:pt x="27" y="777"/>
                    </a:cubicBezTo>
                    <a:cubicBezTo>
                      <a:pt x="0" y="912"/>
                      <a:pt x="0" y="1021"/>
                      <a:pt x="27" y="1157"/>
                    </a:cubicBezTo>
                    <a:cubicBezTo>
                      <a:pt x="82" y="1238"/>
                      <a:pt x="163" y="1346"/>
                      <a:pt x="299" y="1374"/>
                    </a:cubicBezTo>
                    <a:cubicBezTo>
                      <a:pt x="407" y="1374"/>
                      <a:pt x="489" y="1346"/>
                      <a:pt x="543" y="1292"/>
                    </a:cubicBezTo>
                    <a:cubicBezTo>
                      <a:pt x="624" y="1211"/>
                      <a:pt x="651" y="1129"/>
                      <a:pt x="678" y="1048"/>
                    </a:cubicBezTo>
                    <a:cubicBezTo>
                      <a:pt x="760" y="831"/>
                      <a:pt x="841" y="153"/>
                      <a:pt x="570" y="17"/>
                    </a:cubicBezTo>
                    <a:cubicBezTo>
                      <a:pt x="545" y="6"/>
                      <a:pt x="521" y="1"/>
                      <a:pt x="4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p25"/>
              <p:cNvSpPr/>
              <p:nvPr/>
            </p:nvSpPr>
            <p:spPr>
              <a:xfrm>
                <a:off x="6049400" y="2755525"/>
                <a:ext cx="22400" cy="32950"/>
              </a:xfrm>
              <a:custGeom>
                <a:rect b="b" l="l" r="r" t="t"/>
                <a:pathLst>
                  <a:path extrusionOk="0" h="1318" w="896">
                    <a:moveTo>
                      <a:pt x="522" y="0"/>
                    </a:moveTo>
                    <a:cubicBezTo>
                      <a:pt x="495" y="0"/>
                      <a:pt x="466" y="5"/>
                      <a:pt x="434" y="16"/>
                    </a:cubicBezTo>
                    <a:cubicBezTo>
                      <a:pt x="0" y="124"/>
                      <a:pt x="271" y="775"/>
                      <a:pt x="380" y="1046"/>
                    </a:cubicBezTo>
                    <a:cubicBezTo>
                      <a:pt x="407" y="1101"/>
                      <a:pt x="434" y="1182"/>
                      <a:pt x="515" y="1236"/>
                    </a:cubicBezTo>
                    <a:cubicBezTo>
                      <a:pt x="570" y="1318"/>
                      <a:pt x="651" y="1318"/>
                      <a:pt x="760" y="1318"/>
                    </a:cubicBezTo>
                    <a:cubicBezTo>
                      <a:pt x="814" y="1263"/>
                      <a:pt x="841" y="1209"/>
                      <a:pt x="895" y="1128"/>
                    </a:cubicBezTo>
                    <a:lnTo>
                      <a:pt x="895" y="911"/>
                    </a:lnTo>
                    <a:cubicBezTo>
                      <a:pt x="845" y="686"/>
                      <a:pt x="841" y="0"/>
                      <a:pt x="5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25"/>
              <p:cNvSpPr/>
              <p:nvPr/>
            </p:nvSpPr>
            <p:spPr>
              <a:xfrm>
                <a:off x="6141600" y="2661525"/>
                <a:ext cx="29200" cy="25525"/>
              </a:xfrm>
              <a:custGeom>
                <a:rect b="b" l="l" r="r" t="t"/>
                <a:pathLst>
                  <a:path extrusionOk="0" h="1021" w="1168">
                    <a:moveTo>
                      <a:pt x="589" y="0"/>
                    </a:moveTo>
                    <a:cubicBezTo>
                      <a:pt x="526" y="0"/>
                      <a:pt x="457" y="26"/>
                      <a:pt x="381" y="87"/>
                    </a:cubicBezTo>
                    <a:cubicBezTo>
                      <a:pt x="1" y="385"/>
                      <a:pt x="543" y="846"/>
                      <a:pt x="815" y="982"/>
                    </a:cubicBezTo>
                    <a:cubicBezTo>
                      <a:pt x="872" y="1001"/>
                      <a:pt x="943" y="1020"/>
                      <a:pt x="999" y="1020"/>
                    </a:cubicBezTo>
                    <a:cubicBezTo>
                      <a:pt x="1022" y="1020"/>
                      <a:pt x="1043" y="1017"/>
                      <a:pt x="1059" y="1009"/>
                    </a:cubicBezTo>
                    <a:cubicBezTo>
                      <a:pt x="1167" y="928"/>
                      <a:pt x="1140" y="792"/>
                      <a:pt x="1086" y="711"/>
                    </a:cubicBezTo>
                    <a:cubicBezTo>
                      <a:pt x="1020" y="490"/>
                      <a:pt x="864" y="0"/>
                      <a:pt x="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2" name="Google Shape;532;p25"/>
              <p:cNvSpPr/>
              <p:nvPr/>
            </p:nvSpPr>
            <p:spPr>
              <a:xfrm>
                <a:off x="6144725" y="2711600"/>
                <a:ext cx="18600" cy="36025"/>
              </a:xfrm>
              <a:custGeom>
                <a:rect b="b" l="l" r="r" t="t"/>
                <a:pathLst>
                  <a:path extrusionOk="0" h="1441" w="744">
                    <a:moveTo>
                      <a:pt x="146" y="0"/>
                    </a:moveTo>
                    <a:cubicBezTo>
                      <a:pt x="0" y="0"/>
                      <a:pt x="31" y="272"/>
                      <a:pt x="93" y="416"/>
                    </a:cubicBezTo>
                    <a:cubicBezTo>
                      <a:pt x="120" y="742"/>
                      <a:pt x="256" y="1040"/>
                      <a:pt x="418" y="1312"/>
                    </a:cubicBezTo>
                    <a:cubicBezTo>
                      <a:pt x="473" y="1339"/>
                      <a:pt x="473" y="1366"/>
                      <a:pt x="500" y="1420"/>
                    </a:cubicBezTo>
                    <a:cubicBezTo>
                      <a:pt x="513" y="1434"/>
                      <a:pt x="527" y="1440"/>
                      <a:pt x="547" y="1440"/>
                    </a:cubicBezTo>
                    <a:cubicBezTo>
                      <a:pt x="568" y="1440"/>
                      <a:pt x="595" y="1434"/>
                      <a:pt x="635" y="1420"/>
                    </a:cubicBezTo>
                    <a:cubicBezTo>
                      <a:pt x="663" y="1366"/>
                      <a:pt x="690" y="1339"/>
                      <a:pt x="690" y="1284"/>
                    </a:cubicBezTo>
                    <a:cubicBezTo>
                      <a:pt x="744" y="959"/>
                      <a:pt x="663" y="661"/>
                      <a:pt x="527" y="389"/>
                    </a:cubicBezTo>
                    <a:cubicBezTo>
                      <a:pt x="500" y="281"/>
                      <a:pt x="418" y="199"/>
                      <a:pt x="337" y="91"/>
                    </a:cubicBezTo>
                    <a:cubicBezTo>
                      <a:pt x="253" y="27"/>
                      <a:pt x="191" y="0"/>
                      <a:pt x="1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3" name="Google Shape;533;p25"/>
              <p:cNvSpPr/>
              <p:nvPr/>
            </p:nvSpPr>
            <p:spPr>
              <a:xfrm>
                <a:off x="6231125" y="2648325"/>
                <a:ext cx="29175" cy="20000"/>
              </a:xfrm>
              <a:custGeom>
                <a:rect b="b" l="l" r="r" t="t"/>
                <a:pathLst>
                  <a:path extrusionOk="0" h="800" w="1167">
                    <a:moveTo>
                      <a:pt x="370" y="1"/>
                    </a:moveTo>
                    <a:cubicBezTo>
                      <a:pt x="206" y="1"/>
                      <a:pt x="55" y="47"/>
                      <a:pt x="55" y="208"/>
                    </a:cubicBezTo>
                    <a:cubicBezTo>
                      <a:pt x="0" y="479"/>
                      <a:pt x="434" y="642"/>
                      <a:pt x="597" y="723"/>
                    </a:cubicBezTo>
                    <a:cubicBezTo>
                      <a:pt x="693" y="762"/>
                      <a:pt x="789" y="800"/>
                      <a:pt x="885" y="800"/>
                    </a:cubicBezTo>
                    <a:cubicBezTo>
                      <a:pt x="924" y="800"/>
                      <a:pt x="964" y="793"/>
                      <a:pt x="1004" y="778"/>
                    </a:cubicBezTo>
                    <a:cubicBezTo>
                      <a:pt x="1112" y="750"/>
                      <a:pt x="1167" y="615"/>
                      <a:pt x="1167" y="479"/>
                    </a:cubicBezTo>
                    <a:cubicBezTo>
                      <a:pt x="1167" y="344"/>
                      <a:pt x="1085" y="235"/>
                      <a:pt x="1004" y="181"/>
                    </a:cubicBezTo>
                    <a:cubicBezTo>
                      <a:pt x="895" y="99"/>
                      <a:pt x="814" y="72"/>
                      <a:pt x="678" y="45"/>
                    </a:cubicBezTo>
                    <a:cubicBezTo>
                      <a:pt x="601" y="23"/>
                      <a:pt x="483" y="1"/>
                      <a:pt x="3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4" name="Google Shape;534;p25"/>
              <p:cNvSpPr/>
              <p:nvPr/>
            </p:nvSpPr>
            <p:spPr>
              <a:xfrm>
                <a:off x="6241975" y="2717625"/>
                <a:ext cx="33250" cy="20600"/>
              </a:xfrm>
              <a:custGeom>
                <a:rect b="b" l="l" r="r" t="t"/>
                <a:pathLst>
                  <a:path extrusionOk="0" h="824" w="1330">
                    <a:moveTo>
                      <a:pt x="651" y="1"/>
                    </a:moveTo>
                    <a:cubicBezTo>
                      <a:pt x="624" y="1"/>
                      <a:pt x="597" y="4"/>
                      <a:pt x="570" y="13"/>
                    </a:cubicBezTo>
                    <a:cubicBezTo>
                      <a:pt x="0" y="94"/>
                      <a:pt x="705" y="664"/>
                      <a:pt x="922" y="772"/>
                    </a:cubicBezTo>
                    <a:cubicBezTo>
                      <a:pt x="967" y="802"/>
                      <a:pt x="1028" y="823"/>
                      <a:pt x="1092" y="823"/>
                    </a:cubicBezTo>
                    <a:cubicBezTo>
                      <a:pt x="1144" y="823"/>
                      <a:pt x="1199" y="809"/>
                      <a:pt x="1248" y="772"/>
                    </a:cubicBezTo>
                    <a:cubicBezTo>
                      <a:pt x="1329" y="691"/>
                      <a:pt x="1329" y="582"/>
                      <a:pt x="1329" y="501"/>
                    </a:cubicBezTo>
                    <a:cubicBezTo>
                      <a:pt x="1329" y="392"/>
                      <a:pt x="1329" y="284"/>
                      <a:pt x="1248" y="230"/>
                    </a:cubicBezTo>
                    <a:cubicBezTo>
                      <a:pt x="1139" y="67"/>
                      <a:pt x="977" y="40"/>
                      <a:pt x="814" y="13"/>
                    </a:cubicBezTo>
                    <a:cubicBezTo>
                      <a:pt x="760" y="13"/>
                      <a:pt x="705" y="1"/>
                      <a:pt x="6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25"/>
              <p:cNvSpPr/>
              <p:nvPr/>
            </p:nvSpPr>
            <p:spPr>
              <a:xfrm>
                <a:off x="6125100" y="2814350"/>
                <a:ext cx="21275" cy="35675"/>
              </a:xfrm>
              <a:custGeom>
                <a:rect b="b" l="l" r="r" t="t"/>
                <a:pathLst>
                  <a:path extrusionOk="0" h="1427" w="851">
                    <a:moveTo>
                      <a:pt x="291" y="0"/>
                    </a:moveTo>
                    <a:cubicBezTo>
                      <a:pt x="1" y="0"/>
                      <a:pt x="270" y="1027"/>
                      <a:pt x="363" y="1189"/>
                    </a:cubicBezTo>
                    <a:cubicBezTo>
                      <a:pt x="390" y="1270"/>
                      <a:pt x="471" y="1379"/>
                      <a:pt x="525" y="1406"/>
                    </a:cubicBezTo>
                    <a:cubicBezTo>
                      <a:pt x="566" y="1419"/>
                      <a:pt x="620" y="1426"/>
                      <a:pt x="668" y="1426"/>
                    </a:cubicBezTo>
                    <a:cubicBezTo>
                      <a:pt x="715" y="1426"/>
                      <a:pt x="756" y="1419"/>
                      <a:pt x="769" y="1406"/>
                    </a:cubicBezTo>
                    <a:cubicBezTo>
                      <a:pt x="851" y="1324"/>
                      <a:pt x="851" y="1270"/>
                      <a:pt x="851" y="1162"/>
                    </a:cubicBezTo>
                    <a:cubicBezTo>
                      <a:pt x="851" y="917"/>
                      <a:pt x="797" y="700"/>
                      <a:pt x="742" y="483"/>
                    </a:cubicBezTo>
                    <a:cubicBezTo>
                      <a:pt x="715" y="348"/>
                      <a:pt x="634" y="185"/>
                      <a:pt x="498" y="104"/>
                    </a:cubicBezTo>
                    <a:cubicBezTo>
                      <a:pt x="410" y="31"/>
                      <a:pt x="342" y="0"/>
                      <a:pt x="2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25"/>
              <p:cNvSpPr/>
              <p:nvPr/>
            </p:nvSpPr>
            <p:spPr>
              <a:xfrm>
                <a:off x="5991075" y="2838800"/>
                <a:ext cx="20375" cy="35800"/>
              </a:xfrm>
              <a:custGeom>
                <a:rect b="b" l="l" r="r" t="t"/>
                <a:pathLst>
                  <a:path extrusionOk="0" h="1432" w="815">
                    <a:moveTo>
                      <a:pt x="467" y="1"/>
                    </a:moveTo>
                    <a:cubicBezTo>
                      <a:pt x="353" y="1"/>
                      <a:pt x="290" y="143"/>
                      <a:pt x="245" y="211"/>
                    </a:cubicBezTo>
                    <a:cubicBezTo>
                      <a:pt x="55" y="482"/>
                      <a:pt x="0" y="807"/>
                      <a:pt x="55" y="1133"/>
                    </a:cubicBezTo>
                    <a:cubicBezTo>
                      <a:pt x="82" y="1269"/>
                      <a:pt x="163" y="1404"/>
                      <a:pt x="299" y="1431"/>
                    </a:cubicBezTo>
                    <a:cubicBezTo>
                      <a:pt x="380" y="1431"/>
                      <a:pt x="462" y="1404"/>
                      <a:pt x="543" y="1350"/>
                    </a:cubicBezTo>
                    <a:cubicBezTo>
                      <a:pt x="597" y="1269"/>
                      <a:pt x="597" y="1214"/>
                      <a:pt x="651" y="1106"/>
                    </a:cubicBezTo>
                    <a:cubicBezTo>
                      <a:pt x="706" y="862"/>
                      <a:pt x="814" y="672"/>
                      <a:pt x="787" y="428"/>
                    </a:cubicBezTo>
                    <a:cubicBezTo>
                      <a:pt x="787" y="292"/>
                      <a:pt x="679" y="48"/>
                      <a:pt x="543" y="21"/>
                    </a:cubicBezTo>
                    <a:cubicBezTo>
                      <a:pt x="515" y="7"/>
                      <a:pt x="490" y="1"/>
                      <a:pt x="4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7" name="Google Shape;537;p25"/>
              <p:cNvSpPr/>
              <p:nvPr/>
            </p:nvSpPr>
            <p:spPr>
              <a:xfrm>
                <a:off x="5763225" y="2740775"/>
                <a:ext cx="34400" cy="26825"/>
              </a:xfrm>
              <a:custGeom>
                <a:rect b="b" l="l" r="r" t="t"/>
                <a:pathLst>
                  <a:path extrusionOk="0" h="1073" w="1376">
                    <a:moveTo>
                      <a:pt x="1122" y="1"/>
                    </a:moveTo>
                    <a:cubicBezTo>
                      <a:pt x="870" y="1"/>
                      <a:pt x="460" y="197"/>
                      <a:pt x="326" y="280"/>
                    </a:cubicBezTo>
                    <a:cubicBezTo>
                      <a:pt x="218" y="334"/>
                      <a:pt x="164" y="416"/>
                      <a:pt x="82" y="470"/>
                    </a:cubicBezTo>
                    <a:cubicBezTo>
                      <a:pt x="28" y="578"/>
                      <a:pt x="1" y="687"/>
                      <a:pt x="28" y="795"/>
                    </a:cubicBezTo>
                    <a:cubicBezTo>
                      <a:pt x="55" y="931"/>
                      <a:pt x="191" y="1012"/>
                      <a:pt x="326" y="1067"/>
                    </a:cubicBezTo>
                    <a:cubicBezTo>
                      <a:pt x="345" y="1070"/>
                      <a:pt x="364" y="1072"/>
                      <a:pt x="383" y="1072"/>
                    </a:cubicBezTo>
                    <a:cubicBezTo>
                      <a:pt x="505" y="1072"/>
                      <a:pt x="639" y="1005"/>
                      <a:pt x="733" y="958"/>
                    </a:cubicBezTo>
                    <a:cubicBezTo>
                      <a:pt x="869" y="877"/>
                      <a:pt x="977" y="795"/>
                      <a:pt x="1086" y="660"/>
                    </a:cubicBezTo>
                    <a:cubicBezTo>
                      <a:pt x="1167" y="551"/>
                      <a:pt x="1276" y="443"/>
                      <a:pt x="1303" y="307"/>
                    </a:cubicBezTo>
                    <a:cubicBezTo>
                      <a:pt x="1376" y="77"/>
                      <a:pt x="1280" y="1"/>
                      <a:pt x="11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8" name="Google Shape;538;p25"/>
              <p:cNvSpPr/>
              <p:nvPr/>
            </p:nvSpPr>
            <p:spPr>
              <a:xfrm>
                <a:off x="5850025" y="2814350"/>
                <a:ext cx="18325" cy="20500"/>
              </a:xfrm>
              <a:custGeom>
                <a:rect b="b" l="l" r="r" t="t"/>
                <a:pathLst>
                  <a:path extrusionOk="0" h="820" w="733">
                    <a:moveTo>
                      <a:pt x="402" y="1"/>
                    </a:moveTo>
                    <a:cubicBezTo>
                      <a:pt x="173" y="1"/>
                      <a:pt x="1" y="450"/>
                      <a:pt x="1" y="619"/>
                    </a:cubicBezTo>
                    <a:cubicBezTo>
                      <a:pt x="1" y="700"/>
                      <a:pt x="55" y="755"/>
                      <a:pt x="109" y="782"/>
                    </a:cubicBezTo>
                    <a:cubicBezTo>
                      <a:pt x="146" y="806"/>
                      <a:pt x="177" y="820"/>
                      <a:pt x="205" y="820"/>
                    </a:cubicBezTo>
                    <a:cubicBezTo>
                      <a:pt x="239" y="820"/>
                      <a:pt x="269" y="800"/>
                      <a:pt x="299" y="755"/>
                    </a:cubicBezTo>
                    <a:cubicBezTo>
                      <a:pt x="489" y="646"/>
                      <a:pt x="733" y="158"/>
                      <a:pt x="489" y="22"/>
                    </a:cubicBezTo>
                    <a:cubicBezTo>
                      <a:pt x="459" y="8"/>
                      <a:pt x="430" y="1"/>
                      <a:pt x="4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9" name="Google Shape;539;p25"/>
              <p:cNvSpPr/>
              <p:nvPr/>
            </p:nvSpPr>
            <p:spPr>
              <a:xfrm>
                <a:off x="5797625" y="2709238"/>
                <a:ext cx="192600" cy="152625"/>
              </a:xfrm>
              <a:custGeom>
                <a:rect b="b" l="l" r="r" t="t"/>
                <a:pathLst>
                  <a:path extrusionOk="0" h="6105" w="7704">
                    <a:moveTo>
                      <a:pt x="1503" y="1"/>
                    </a:moveTo>
                    <a:cubicBezTo>
                      <a:pt x="889" y="1"/>
                      <a:pt x="343" y="179"/>
                      <a:pt x="109" y="705"/>
                    </a:cubicBezTo>
                    <a:cubicBezTo>
                      <a:pt x="0" y="950"/>
                      <a:pt x="54" y="1221"/>
                      <a:pt x="163" y="1411"/>
                    </a:cubicBezTo>
                    <a:cubicBezTo>
                      <a:pt x="543" y="2360"/>
                      <a:pt x="1383" y="3174"/>
                      <a:pt x="2089" y="3852"/>
                    </a:cubicBezTo>
                    <a:cubicBezTo>
                      <a:pt x="2577" y="4340"/>
                      <a:pt x="3119" y="4774"/>
                      <a:pt x="3689" y="5154"/>
                    </a:cubicBezTo>
                    <a:cubicBezTo>
                      <a:pt x="4479" y="5680"/>
                      <a:pt x="5370" y="6104"/>
                      <a:pt x="6290" y="6104"/>
                    </a:cubicBezTo>
                    <a:cubicBezTo>
                      <a:pt x="6318" y="6104"/>
                      <a:pt x="6346" y="6104"/>
                      <a:pt x="6374" y="6103"/>
                    </a:cubicBezTo>
                    <a:cubicBezTo>
                      <a:pt x="6781" y="6103"/>
                      <a:pt x="7242" y="5995"/>
                      <a:pt x="7486" y="5615"/>
                    </a:cubicBezTo>
                    <a:cubicBezTo>
                      <a:pt x="7703" y="5344"/>
                      <a:pt x="7703" y="4991"/>
                      <a:pt x="7622" y="4638"/>
                    </a:cubicBezTo>
                    <a:cubicBezTo>
                      <a:pt x="7486" y="4014"/>
                      <a:pt x="7079" y="3526"/>
                      <a:pt x="6673" y="3038"/>
                    </a:cubicBezTo>
                    <a:cubicBezTo>
                      <a:pt x="5832" y="2062"/>
                      <a:pt x="4910" y="1112"/>
                      <a:pt x="3716" y="543"/>
                    </a:cubicBezTo>
                    <a:cubicBezTo>
                      <a:pt x="3238" y="311"/>
                      <a:pt x="2312" y="1"/>
                      <a:pt x="1503" y="1"/>
                    </a:cubicBezTo>
                    <a:close/>
                  </a:path>
                </a:pathLst>
              </a:custGeom>
              <a:solidFill>
                <a:srgbClr val="FBF7E4">
                  <a:alpha val="22745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0" name="Google Shape;540;p25"/>
              <p:cNvSpPr/>
              <p:nvPr/>
            </p:nvSpPr>
            <p:spPr>
              <a:xfrm>
                <a:off x="6314525" y="2680575"/>
                <a:ext cx="72575" cy="144775"/>
              </a:xfrm>
              <a:custGeom>
                <a:rect b="b" l="l" r="r" t="t"/>
                <a:pathLst>
                  <a:path extrusionOk="0" h="5791" w="2903">
                    <a:moveTo>
                      <a:pt x="2434" y="1"/>
                    </a:moveTo>
                    <a:cubicBezTo>
                      <a:pt x="2255" y="1"/>
                      <a:pt x="2277" y="204"/>
                      <a:pt x="2252" y="383"/>
                    </a:cubicBezTo>
                    <a:cubicBezTo>
                      <a:pt x="2062" y="1386"/>
                      <a:pt x="1764" y="2363"/>
                      <a:pt x="1302" y="3285"/>
                    </a:cubicBezTo>
                    <a:cubicBezTo>
                      <a:pt x="1031" y="3773"/>
                      <a:pt x="733" y="4288"/>
                      <a:pt x="353" y="4722"/>
                    </a:cubicBezTo>
                    <a:cubicBezTo>
                      <a:pt x="217" y="4885"/>
                      <a:pt x="82" y="5048"/>
                      <a:pt x="28" y="5265"/>
                    </a:cubicBezTo>
                    <a:cubicBezTo>
                      <a:pt x="0" y="5455"/>
                      <a:pt x="82" y="5699"/>
                      <a:pt x="272" y="5780"/>
                    </a:cubicBezTo>
                    <a:cubicBezTo>
                      <a:pt x="304" y="5787"/>
                      <a:pt x="339" y="5790"/>
                      <a:pt x="375" y="5790"/>
                    </a:cubicBezTo>
                    <a:cubicBezTo>
                      <a:pt x="491" y="5790"/>
                      <a:pt x="616" y="5755"/>
                      <a:pt x="679" y="5672"/>
                    </a:cubicBezTo>
                    <a:cubicBezTo>
                      <a:pt x="787" y="5563"/>
                      <a:pt x="868" y="5428"/>
                      <a:pt x="950" y="5319"/>
                    </a:cubicBezTo>
                    <a:cubicBezTo>
                      <a:pt x="1085" y="5048"/>
                      <a:pt x="1275" y="4804"/>
                      <a:pt x="1384" y="4533"/>
                    </a:cubicBezTo>
                    <a:cubicBezTo>
                      <a:pt x="1845" y="3773"/>
                      <a:pt x="2306" y="2959"/>
                      <a:pt x="2577" y="2064"/>
                    </a:cubicBezTo>
                    <a:cubicBezTo>
                      <a:pt x="2713" y="1549"/>
                      <a:pt x="2903" y="925"/>
                      <a:pt x="2794" y="383"/>
                    </a:cubicBezTo>
                    <a:cubicBezTo>
                      <a:pt x="2740" y="193"/>
                      <a:pt x="2659" y="30"/>
                      <a:pt x="2469" y="3"/>
                    </a:cubicBezTo>
                    <a:cubicBezTo>
                      <a:pt x="2456" y="1"/>
                      <a:pt x="2445" y="1"/>
                      <a:pt x="2434" y="1"/>
                    </a:cubicBezTo>
                    <a:close/>
                  </a:path>
                </a:pathLst>
              </a:custGeom>
              <a:solidFill>
                <a:srgbClr val="FBF7E4">
                  <a:alpha val="22745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41" name="Google Shape;541;p25"/>
          <p:cNvSpPr/>
          <p:nvPr/>
        </p:nvSpPr>
        <p:spPr>
          <a:xfrm flipH="1">
            <a:off x="8720408" y="792219"/>
            <a:ext cx="217277" cy="219344"/>
          </a:xfrm>
          <a:custGeom>
            <a:rect b="b" l="l" r="r" t="t"/>
            <a:pathLst>
              <a:path extrusionOk="0" fill="none" h="8809" w="8726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brázok, na ktorom je písmo, grafika, grafický dizajn, snímka obrazovky&#10;&#10;Obsah vygenerovaný pomocou AI môže byť nesprávny." id="542" name="Google Shape;54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7980" y="4360306"/>
            <a:ext cx="3305647" cy="735108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25"/>
          <p:cNvSpPr txBox="1"/>
          <p:nvPr/>
        </p:nvSpPr>
        <p:spPr>
          <a:xfrm>
            <a:off x="4134771" y="1766559"/>
            <a:ext cx="4664529" cy="23054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sk" sz="10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Našou jedinou činnosťou na našich prevádzkach je varenie pre deti, preto môžeme ísť v kvalite, hygiene a kontrole výrazne nad bežný štandard.</a:t>
            </a:r>
            <a:endParaRPr/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sk" sz="10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prevádzky si od začiatku podnikania vyberáme veľmi citlivo tak, aby spĺňali najvyššie hygienické normy, ktoré v praxi aj výrazne prekračujeme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sk" sz="10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máme vytvorený </a:t>
            </a:r>
            <a:r>
              <a:rPr b="1" i="0" lang="sk" sz="10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jedinečný systém ochrany zdravia dieťaťa</a:t>
            </a:r>
            <a:r>
              <a:rPr b="0" i="0" lang="sk" sz="10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ktorý začína už pri príjme surovín a pokračuje cez prípravu, realizáciu aj logistiku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sk" sz="10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ako jediný dodávateľ na Slovensku sme s našimi klientmi </a:t>
            </a:r>
            <a:r>
              <a:rPr b="1" i="0" lang="sk" sz="10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až 4× denne</a:t>
            </a:r>
            <a:r>
              <a:rPr b="0" i="0" lang="sk" sz="10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a každú zložku doručujeme </a:t>
            </a:r>
            <a:r>
              <a:rPr b="1" i="0" lang="sk" sz="10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čerstvú tesne pred konzumáciou</a:t>
            </a:r>
            <a:endParaRPr b="0" i="0" sz="1000" u="none" cap="none" strike="noStrike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sk" sz="10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súčasťou nášho prístupu je aj dôraz na </a:t>
            </a:r>
            <a:r>
              <a:rPr b="1" i="0" lang="sk" sz="10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udržateľnosť a zodpovednú prácu s bioodpadom</a:t>
            </a:r>
            <a:r>
              <a:rPr b="0" i="0" lang="sk" sz="10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prostredníctvom cielených bioplyniek</a:t>
            </a:r>
            <a:endParaRPr b="0" i="0" sz="1000" u="none" cap="none" strike="noStrike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000" u="none" cap="none" strike="noStrike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sk" sz="10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Všetky tieto služby sú našou štandardnou súčasťou a prirodzene sa stávajú aj prestížou spolupracujúceho projektu.</a:t>
            </a:r>
            <a:endParaRPr b="1" i="0" sz="1000" u="none" cap="none" strike="noStrike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8" name="Google Shape;548;p26"/>
          <p:cNvGrpSpPr/>
          <p:nvPr/>
        </p:nvGrpSpPr>
        <p:grpSpPr>
          <a:xfrm>
            <a:off x="6415758" y="161166"/>
            <a:ext cx="3196929" cy="2649149"/>
            <a:chOff x="3352274" y="2009983"/>
            <a:chExt cx="3358952" cy="2783410"/>
          </a:xfrm>
        </p:grpSpPr>
        <p:grpSp>
          <p:nvGrpSpPr>
            <p:cNvPr id="549" name="Google Shape;549;p26"/>
            <p:cNvGrpSpPr/>
            <p:nvPr/>
          </p:nvGrpSpPr>
          <p:grpSpPr>
            <a:xfrm>
              <a:off x="3352274" y="2009983"/>
              <a:ext cx="2810563" cy="2783410"/>
              <a:chOff x="2462737" y="906675"/>
              <a:chExt cx="3127713" cy="3097496"/>
            </a:xfrm>
          </p:grpSpPr>
          <p:sp>
            <p:nvSpPr>
              <p:cNvPr id="550" name="Google Shape;550;p26"/>
              <p:cNvSpPr/>
              <p:nvPr/>
            </p:nvSpPr>
            <p:spPr>
              <a:xfrm>
                <a:off x="2462737" y="1673172"/>
                <a:ext cx="2968200" cy="2330999"/>
              </a:xfrm>
              <a:custGeom>
                <a:rect b="b" l="l" r="r" t="t"/>
                <a:pathLst>
                  <a:path extrusionOk="0" h="93240" w="118728">
                    <a:moveTo>
                      <a:pt x="83209" y="1"/>
                    </a:moveTo>
                    <a:cubicBezTo>
                      <a:pt x="78084" y="1"/>
                      <a:pt x="73005" y="1531"/>
                      <a:pt x="68994" y="4712"/>
                    </a:cubicBezTo>
                    <a:cubicBezTo>
                      <a:pt x="62691" y="9709"/>
                      <a:pt x="59561" y="17907"/>
                      <a:pt x="53174" y="22764"/>
                    </a:cubicBezTo>
                    <a:cubicBezTo>
                      <a:pt x="41972" y="31298"/>
                      <a:pt x="24748" y="26778"/>
                      <a:pt x="13153" y="34808"/>
                    </a:cubicBezTo>
                    <a:cubicBezTo>
                      <a:pt x="2990" y="41826"/>
                      <a:pt x="0" y="55387"/>
                      <a:pt x="2752" y="67445"/>
                    </a:cubicBezTo>
                    <a:cubicBezTo>
                      <a:pt x="7206" y="86932"/>
                      <a:pt x="23787" y="93240"/>
                      <a:pt x="41081" y="93240"/>
                    </a:cubicBezTo>
                    <a:cubicBezTo>
                      <a:pt x="48639" y="93240"/>
                      <a:pt x="56333" y="92035"/>
                      <a:pt x="63210" y="90199"/>
                    </a:cubicBezTo>
                    <a:cubicBezTo>
                      <a:pt x="77514" y="86381"/>
                      <a:pt x="90569" y="78296"/>
                      <a:pt x="99637" y="66504"/>
                    </a:cubicBezTo>
                    <a:cubicBezTo>
                      <a:pt x="113295" y="48789"/>
                      <a:pt x="118728" y="15436"/>
                      <a:pt x="95201" y="2943"/>
                    </a:cubicBezTo>
                    <a:cubicBezTo>
                      <a:pt x="91534" y="1003"/>
                      <a:pt x="87356" y="1"/>
                      <a:pt x="8320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1" name="Google Shape;551;p26"/>
              <p:cNvSpPr/>
              <p:nvPr/>
            </p:nvSpPr>
            <p:spPr>
              <a:xfrm>
                <a:off x="2756650" y="2910125"/>
                <a:ext cx="1983850" cy="1055375"/>
              </a:xfrm>
              <a:custGeom>
                <a:rect b="b" l="l" r="r" t="t"/>
                <a:pathLst>
                  <a:path extrusionOk="0" h="42215" w="79354">
                    <a:moveTo>
                      <a:pt x="4464" y="1"/>
                    </a:moveTo>
                    <a:cubicBezTo>
                      <a:pt x="4464" y="1"/>
                      <a:pt x="1" y="20594"/>
                      <a:pt x="15512" y="33087"/>
                    </a:cubicBezTo>
                    <a:cubicBezTo>
                      <a:pt x="20313" y="36947"/>
                      <a:pt x="26994" y="40035"/>
                      <a:pt x="36315" y="41495"/>
                    </a:cubicBezTo>
                    <a:cubicBezTo>
                      <a:pt x="39453" y="41988"/>
                      <a:pt x="42363" y="42215"/>
                      <a:pt x="45064" y="42215"/>
                    </a:cubicBezTo>
                    <a:cubicBezTo>
                      <a:pt x="73202" y="42215"/>
                      <a:pt x="78460" y="17578"/>
                      <a:pt x="79241" y="12634"/>
                    </a:cubicBezTo>
                    <a:cubicBezTo>
                      <a:pt x="79339" y="12073"/>
                      <a:pt x="79353" y="11778"/>
                      <a:pt x="79353" y="11778"/>
                    </a:cubicBezTo>
                    <a:lnTo>
                      <a:pt x="446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2" name="Google Shape;552;p26"/>
              <p:cNvSpPr/>
              <p:nvPr/>
            </p:nvSpPr>
            <p:spPr>
              <a:xfrm>
                <a:off x="3043725" y="3144200"/>
                <a:ext cx="1693975" cy="821300"/>
              </a:xfrm>
              <a:custGeom>
                <a:rect b="b" l="l" r="r" t="t"/>
                <a:pathLst>
                  <a:path extrusionOk="0" h="32852" w="67759">
                    <a:moveTo>
                      <a:pt x="0" y="1"/>
                    </a:moveTo>
                    <a:lnTo>
                      <a:pt x="0" y="1"/>
                    </a:lnTo>
                    <a:cubicBezTo>
                      <a:pt x="11471" y="11246"/>
                      <a:pt x="38766" y="14449"/>
                      <a:pt x="49383" y="14449"/>
                    </a:cubicBezTo>
                    <a:cubicBezTo>
                      <a:pt x="50004" y="14449"/>
                      <a:pt x="50567" y="14438"/>
                      <a:pt x="51068" y="14417"/>
                    </a:cubicBezTo>
                    <a:lnTo>
                      <a:pt x="51068" y="14417"/>
                    </a:lnTo>
                    <a:cubicBezTo>
                      <a:pt x="48443" y="20046"/>
                      <a:pt x="43193" y="24243"/>
                      <a:pt x="37339" y="26363"/>
                    </a:cubicBezTo>
                    <a:cubicBezTo>
                      <a:pt x="33631" y="27709"/>
                      <a:pt x="29680" y="28279"/>
                      <a:pt x="25712" y="28279"/>
                    </a:cubicBezTo>
                    <a:cubicBezTo>
                      <a:pt x="23431" y="28279"/>
                      <a:pt x="21144" y="28091"/>
                      <a:pt x="18894" y="27752"/>
                    </a:cubicBezTo>
                    <a:cubicBezTo>
                      <a:pt x="13827" y="26980"/>
                      <a:pt x="8872" y="25464"/>
                      <a:pt x="4029" y="23724"/>
                    </a:cubicBezTo>
                    <a:lnTo>
                      <a:pt x="4029" y="23724"/>
                    </a:lnTo>
                    <a:cubicBezTo>
                      <a:pt x="8830" y="27584"/>
                      <a:pt x="15511" y="30672"/>
                      <a:pt x="24832" y="32132"/>
                    </a:cubicBezTo>
                    <a:cubicBezTo>
                      <a:pt x="27970" y="32625"/>
                      <a:pt x="30880" y="32852"/>
                      <a:pt x="33581" y="32852"/>
                    </a:cubicBezTo>
                    <a:cubicBezTo>
                      <a:pt x="61719" y="32852"/>
                      <a:pt x="66977" y="8215"/>
                      <a:pt x="67758" y="3271"/>
                    </a:cubicBezTo>
                    <a:lnTo>
                      <a:pt x="67758" y="3271"/>
                    </a:lnTo>
                    <a:cubicBezTo>
                      <a:pt x="64165" y="6163"/>
                      <a:pt x="59743" y="7974"/>
                      <a:pt x="55181" y="8900"/>
                    </a:cubicBezTo>
                    <a:cubicBezTo>
                      <a:pt x="52031" y="9542"/>
                      <a:pt x="48827" y="9782"/>
                      <a:pt x="45613" y="9782"/>
                    </a:cubicBezTo>
                    <a:cubicBezTo>
                      <a:pt x="43628" y="9782"/>
                      <a:pt x="41639" y="9691"/>
                      <a:pt x="39655" y="9546"/>
                    </a:cubicBezTo>
                    <a:cubicBezTo>
                      <a:pt x="26053" y="8605"/>
                      <a:pt x="12507" y="5405"/>
                      <a:pt x="0" y="1"/>
                    </a:cubicBezTo>
                    <a:close/>
                  </a:path>
                </a:pathLst>
              </a:custGeom>
              <a:solidFill>
                <a:srgbClr val="FBF7E4">
                  <a:alpha val="22745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3" name="Google Shape;553;p26"/>
              <p:cNvSpPr/>
              <p:nvPr/>
            </p:nvSpPr>
            <p:spPr>
              <a:xfrm>
                <a:off x="2831400" y="2688650"/>
                <a:ext cx="1945950" cy="736775"/>
              </a:xfrm>
              <a:custGeom>
                <a:rect b="b" l="l" r="r" t="t"/>
                <a:pathLst>
                  <a:path extrusionOk="0" h="29471" w="77838">
                    <a:moveTo>
                      <a:pt x="24801" y="0"/>
                    </a:moveTo>
                    <a:cubicBezTo>
                      <a:pt x="20772" y="0"/>
                      <a:pt x="17014" y="279"/>
                      <a:pt x="13687" y="844"/>
                    </a:cubicBezTo>
                    <a:cubicBezTo>
                      <a:pt x="5826" y="2150"/>
                      <a:pt x="1194" y="4957"/>
                      <a:pt x="590" y="8719"/>
                    </a:cubicBezTo>
                    <a:cubicBezTo>
                      <a:pt x="0" y="12467"/>
                      <a:pt x="3580" y="16566"/>
                      <a:pt x="10627" y="20230"/>
                    </a:cubicBezTo>
                    <a:cubicBezTo>
                      <a:pt x="17421" y="23753"/>
                      <a:pt x="26699" y="26561"/>
                      <a:pt x="36806" y="28147"/>
                    </a:cubicBezTo>
                    <a:cubicBezTo>
                      <a:pt x="42452" y="29026"/>
                      <a:pt x="47983" y="29471"/>
                      <a:pt x="53078" y="29471"/>
                    </a:cubicBezTo>
                    <a:cubicBezTo>
                      <a:pt x="57092" y="29471"/>
                      <a:pt x="60835" y="29195"/>
                      <a:pt x="64151" y="28638"/>
                    </a:cubicBezTo>
                    <a:cubicBezTo>
                      <a:pt x="72012" y="27319"/>
                      <a:pt x="76644" y="24511"/>
                      <a:pt x="77234" y="20749"/>
                    </a:cubicBezTo>
                    <a:cubicBezTo>
                      <a:pt x="77837" y="17001"/>
                      <a:pt x="74272" y="12916"/>
                      <a:pt x="67197" y="9239"/>
                    </a:cubicBezTo>
                    <a:cubicBezTo>
                      <a:pt x="60403" y="5715"/>
                      <a:pt x="51124" y="2908"/>
                      <a:pt x="41017" y="1322"/>
                    </a:cubicBezTo>
                    <a:cubicBezTo>
                      <a:pt x="35396" y="445"/>
                      <a:pt x="29883" y="0"/>
                      <a:pt x="2480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4" name="Google Shape;554;p26"/>
              <p:cNvSpPr/>
              <p:nvPr/>
            </p:nvSpPr>
            <p:spPr>
              <a:xfrm>
                <a:off x="2923000" y="2753050"/>
                <a:ext cx="1774325" cy="608475"/>
              </a:xfrm>
              <a:custGeom>
                <a:rect b="b" l="l" r="r" t="t"/>
                <a:pathLst>
                  <a:path extrusionOk="0" h="24339" w="70973">
                    <a:moveTo>
                      <a:pt x="21167" y="0"/>
                    </a:moveTo>
                    <a:cubicBezTo>
                      <a:pt x="9523" y="0"/>
                      <a:pt x="1143" y="2452"/>
                      <a:pt x="477" y="6705"/>
                    </a:cubicBezTo>
                    <a:cubicBezTo>
                      <a:pt x="0" y="9779"/>
                      <a:pt x="3664" y="13190"/>
                      <a:pt x="9925" y="16208"/>
                    </a:cubicBezTo>
                    <a:cubicBezTo>
                      <a:pt x="15876" y="19072"/>
                      <a:pt x="24201" y="21570"/>
                      <a:pt x="33549" y="23044"/>
                    </a:cubicBezTo>
                    <a:cubicBezTo>
                      <a:pt x="39132" y="23924"/>
                      <a:pt x="44474" y="24339"/>
                      <a:pt x="49265" y="24339"/>
                    </a:cubicBezTo>
                    <a:cubicBezTo>
                      <a:pt x="52497" y="24339"/>
                      <a:pt x="55479" y="24150"/>
                      <a:pt x="58115" y="23788"/>
                    </a:cubicBezTo>
                    <a:cubicBezTo>
                      <a:pt x="65007" y="22848"/>
                      <a:pt x="69541" y="20728"/>
                      <a:pt x="70032" y="17640"/>
                    </a:cubicBezTo>
                    <a:cubicBezTo>
                      <a:pt x="70973" y="11632"/>
                      <a:pt x="56163" y="4318"/>
                      <a:pt x="36946" y="1300"/>
                    </a:cubicBezTo>
                    <a:cubicBezTo>
                      <a:pt x="31339" y="418"/>
                      <a:pt x="25974" y="0"/>
                      <a:pt x="211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5" name="Google Shape;555;p26"/>
              <p:cNvSpPr/>
              <p:nvPr/>
            </p:nvSpPr>
            <p:spPr>
              <a:xfrm>
                <a:off x="3171100" y="3144750"/>
                <a:ext cx="1204775" cy="216775"/>
              </a:xfrm>
              <a:custGeom>
                <a:rect b="b" l="l" r="r" t="t"/>
                <a:pathLst>
                  <a:path extrusionOk="0" h="8671" w="48191">
                    <a:moveTo>
                      <a:pt x="8805" y="0"/>
                    </a:moveTo>
                    <a:cubicBezTo>
                      <a:pt x="5593" y="0"/>
                      <a:pt x="2628" y="186"/>
                      <a:pt x="1" y="540"/>
                    </a:cubicBezTo>
                    <a:cubicBezTo>
                      <a:pt x="5952" y="3404"/>
                      <a:pt x="14277" y="5902"/>
                      <a:pt x="23625" y="7376"/>
                    </a:cubicBezTo>
                    <a:cubicBezTo>
                      <a:pt x="29208" y="8256"/>
                      <a:pt x="34550" y="8671"/>
                      <a:pt x="39341" y="8671"/>
                    </a:cubicBezTo>
                    <a:cubicBezTo>
                      <a:pt x="42573" y="8671"/>
                      <a:pt x="45555" y="8482"/>
                      <a:pt x="48191" y="8120"/>
                    </a:cubicBezTo>
                    <a:cubicBezTo>
                      <a:pt x="42239" y="5271"/>
                      <a:pt x="33943" y="2772"/>
                      <a:pt x="24566" y="1298"/>
                    </a:cubicBezTo>
                    <a:cubicBezTo>
                      <a:pt x="18963" y="415"/>
                      <a:pt x="13608" y="0"/>
                      <a:pt x="880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6" name="Google Shape;556;p26"/>
              <p:cNvSpPr/>
              <p:nvPr/>
            </p:nvSpPr>
            <p:spPr>
              <a:xfrm>
                <a:off x="4447450" y="1465375"/>
                <a:ext cx="580800" cy="759650"/>
              </a:xfrm>
              <a:custGeom>
                <a:rect b="b" l="l" r="r" t="t"/>
                <a:pathLst>
                  <a:path extrusionOk="0" h="30386" w="23232">
                    <a:moveTo>
                      <a:pt x="9744" y="0"/>
                    </a:moveTo>
                    <a:cubicBezTo>
                      <a:pt x="9272" y="0"/>
                      <a:pt x="8803" y="32"/>
                      <a:pt x="8338" y="97"/>
                    </a:cubicBezTo>
                    <a:cubicBezTo>
                      <a:pt x="7749" y="167"/>
                      <a:pt x="7173" y="308"/>
                      <a:pt x="6612" y="504"/>
                    </a:cubicBezTo>
                    <a:cubicBezTo>
                      <a:pt x="6542" y="518"/>
                      <a:pt x="6471" y="532"/>
                      <a:pt x="6401" y="574"/>
                    </a:cubicBezTo>
                    <a:cubicBezTo>
                      <a:pt x="2513" y="2020"/>
                      <a:pt x="0" y="6512"/>
                      <a:pt x="828" y="10611"/>
                    </a:cubicBezTo>
                    <a:cubicBezTo>
                      <a:pt x="1572" y="14303"/>
                      <a:pt x="4576" y="17152"/>
                      <a:pt x="5784" y="20732"/>
                    </a:cubicBezTo>
                    <a:cubicBezTo>
                      <a:pt x="6373" y="22416"/>
                      <a:pt x="6528" y="24227"/>
                      <a:pt x="7033" y="25926"/>
                    </a:cubicBezTo>
                    <a:cubicBezTo>
                      <a:pt x="7566" y="27638"/>
                      <a:pt x="8549" y="29351"/>
                      <a:pt x="10177" y="30053"/>
                    </a:cubicBezTo>
                    <a:cubicBezTo>
                      <a:pt x="10388" y="30137"/>
                      <a:pt x="10584" y="30207"/>
                      <a:pt x="10795" y="30263"/>
                    </a:cubicBezTo>
                    <a:cubicBezTo>
                      <a:pt x="10865" y="30277"/>
                      <a:pt x="10949" y="30291"/>
                      <a:pt x="11034" y="30305"/>
                    </a:cubicBezTo>
                    <a:cubicBezTo>
                      <a:pt x="11311" y="30360"/>
                      <a:pt x="11593" y="30385"/>
                      <a:pt x="11876" y="30385"/>
                    </a:cubicBezTo>
                    <a:cubicBezTo>
                      <a:pt x="13279" y="30385"/>
                      <a:pt x="14706" y="29752"/>
                      <a:pt x="15792" y="28817"/>
                    </a:cubicBezTo>
                    <a:cubicBezTo>
                      <a:pt x="18263" y="26684"/>
                      <a:pt x="19330" y="23259"/>
                      <a:pt x="20916" y="20479"/>
                    </a:cubicBezTo>
                    <a:cubicBezTo>
                      <a:pt x="22628" y="17517"/>
                      <a:pt x="23232" y="13882"/>
                      <a:pt x="22460" y="10541"/>
                    </a:cubicBezTo>
                    <a:cubicBezTo>
                      <a:pt x="21421" y="6077"/>
                      <a:pt x="18038" y="2259"/>
                      <a:pt x="13743" y="729"/>
                    </a:cubicBezTo>
                    <a:cubicBezTo>
                      <a:pt x="12462" y="260"/>
                      <a:pt x="11097" y="0"/>
                      <a:pt x="97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7" name="Google Shape;557;p26"/>
              <p:cNvSpPr/>
              <p:nvPr/>
            </p:nvSpPr>
            <p:spPr>
              <a:xfrm>
                <a:off x="4655900" y="1465375"/>
                <a:ext cx="372350" cy="759650"/>
              </a:xfrm>
              <a:custGeom>
                <a:rect b="b" l="l" r="r" t="t"/>
                <a:pathLst>
                  <a:path extrusionOk="0" h="30386" w="14894">
                    <a:moveTo>
                      <a:pt x="1406" y="0"/>
                    </a:moveTo>
                    <a:cubicBezTo>
                      <a:pt x="934" y="0"/>
                      <a:pt x="465" y="32"/>
                      <a:pt x="0" y="97"/>
                    </a:cubicBezTo>
                    <a:cubicBezTo>
                      <a:pt x="71" y="95"/>
                      <a:pt x="141" y="94"/>
                      <a:pt x="212" y="94"/>
                    </a:cubicBezTo>
                    <a:cubicBezTo>
                      <a:pt x="705" y="94"/>
                      <a:pt x="1206" y="137"/>
                      <a:pt x="1685" y="223"/>
                    </a:cubicBezTo>
                    <a:cubicBezTo>
                      <a:pt x="5096" y="757"/>
                      <a:pt x="8311" y="2652"/>
                      <a:pt x="10430" y="5417"/>
                    </a:cubicBezTo>
                    <a:cubicBezTo>
                      <a:pt x="12564" y="8168"/>
                      <a:pt x="13589" y="11748"/>
                      <a:pt x="13238" y="15201"/>
                    </a:cubicBezTo>
                    <a:cubicBezTo>
                      <a:pt x="12915" y="18556"/>
                      <a:pt x="11371" y="21658"/>
                      <a:pt x="9560" y="24508"/>
                    </a:cubicBezTo>
                    <a:cubicBezTo>
                      <a:pt x="8535" y="26080"/>
                      <a:pt x="7412" y="27638"/>
                      <a:pt x="5910" y="28789"/>
                    </a:cubicBezTo>
                    <a:cubicBezTo>
                      <a:pt x="4913" y="29533"/>
                      <a:pt x="3692" y="30095"/>
                      <a:pt x="2457" y="30263"/>
                    </a:cubicBezTo>
                    <a:cubicBezTo>
                      <a:pt x="2527" y="30277"/>
                      <a:pt x="2611" y="30291"/>
                      <a:pt x="2696" y="30305"/>
                    </a:cubicBezTo>
                    <a:cubicBezTo>
                      <a:pt x="2973" y="30360"/>
                      <a:pt x="3255" y="30385"/>
                      <a:pt x="3538" y="30385"/>
                    </a:cubicBezTo>
                    <a:cubicBezTo>
                      <a:pt x="4941" y="30385"/>
                      <a:pt x="6368" y="29752"/>
                      <a:pt x="7454" y="28817"/>
                    </a:cubicBezTo>
                    <a:cubicBezTo>
                      <a:pt x="9925" y="26684"/>
                      <a:pt x="10992" y="23259"/>
                      <a:pt x="12578" y="20479"/>
                    </a:cubicBezTo>
                    <a:cubicBezTo>
                      <a:pt x="14290" y="17517"/>
                      <a:pt x="14894" y="13882"/>
                      <a:pt x="14122" y="10541"/>
                    </a:cubicBezTo>
                    <a:cubicBezTo>
                      <a:pt x="13083" y="6077"/>
                      <a:pt x="9700" y="2259"/>
                      <a:pt x="5405" y="729"/>
                    </a:cubicBezTo>
                    <a:cubicBezTo>
                      <a:pt x="4124" y="260"/>
                      <a:pt x="2759" y="0"/>
                      <a:pt x="1406" y="0"/>
                    </a:cubicBezTo>
                    <a:close/>
                  </a:path>
                </a:pathLst>
              </a:custGeom>
              <a:solidFill>
                <a:srgbClr val="FBF7E4">
                  <a:alpha val="22745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8" name="Google Shape;558;p26"/>
              <p:cNvSpPr/>
              <p:nvPr/>
            </p:nvSpPr>
            <p:spPr>
              <a:xfrm>
                <a:off x="4595550" y="1635750"/>
                <a:ext cx="269175" cy="357600"/>
              </a:xfrm>
              <a:custGeom>
                <a:rect b="b" l="l" r="r" t="t"/>
                <a:pathLst>
                  <a:path extrusionOk="0" h="14304" w="10767">
                    <a:moveTo>
                      <a:pt x="4600" y="0"/>
                    </a:moveTo>
                    <a:cubicBezTo>
                      <a:pt x="2864" y="0"/>
                      <a:pt x="1119" y="966"/>
                      <a:pt x="533" y="2603"/>
                    </a:cubicBezTo>
                    <a:cubicBezTo>
                      <a:pt x="477" y="2701"/>
                      <a:pt x="463" y="2813"/>
                      <a:pt x="421" y="2912"/>
                    </a:cubicBezTo>
                    <a:cubicBezTo>
                      <a:pt x="0" y="4540"/>
                      <a:pt x="688" y="6295"/>
                      <a:pt x="1376" y="7867"/>
                    </a:cubicBezTo>
                    <a:cubicBezTo>
                      <a:pt x="1867" y="9004"/>
                      <a:pt x="2372" y="10141"/>
                      <a:pt x="2864" y="11278"/>
                    </a:cubicBezTo>
                    <a:cubicBezTo>
                      <a:pt x="3229" y="12092"/>
                      <a:pt x="3608" y="12934"/>
                      <a:pt x="4267" y="13524"/>
                    </a:cubicBezTo>
                    <a:cubicBezTo>
                      <a:pt x="4450" y="13692"/>
                      <a:pt x="4660" y="13833"/>
                      <a:pt x="4871" y="13931"/>
                    </a:cubicBezTo>
                    <a:cubicBezTo>
                      <a:pt x="5335" y="14172"/>
                      <a:pt x="5861" y="14303"/>
                      <a:pt x="6379" y="14303"/>
                    </a:cubicBezTo>
                    <a:cubicBezTo>
                      <a:pt x="6644" y="14303"/>
                      <a:pt x="6907" y="14269"/>
                      <a:pt x="7159" y="14198"/>
                    </a:cubicBezTo>
                    <a:cubicBezTo>
                      <a:pt x="8984" y="13692"/>
                      <a:pt x="9854" y="11278"/>
                      <a:pt x="10289" y="9621"/>
                    </a:cubicBezTo>
                    <a:cubicBezTo>
                      <a:pt x="10767" y="7755"/>
                      <a:pt x="10640" y="5719"/>
                      <a:pt x="9868" y="3950"/>
                    </a:cubicBezTo>
                    <a:cubicBezTo>
                      <a:pt x="9054" y="2083"/>
                      <a:pt x="7482" y="483"/>
                      <a:pt x="5503" y="90"/>
                    </a:cubicBezTo>
                    <a:cubicBezTo>
                      <a:pt x="5206" y="30"/>
                      <a:pt x="4903" y="0"/>
                      <a:pt x="46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9" name="Google Shape;559;p26"/>
              <p:cNvSpPr/>
              <p:nvPr/>
            </p:nvSpPr>
            <p:spPr>
              <a:xfrm>
                <a:off x="4606075" y="1635750"/>
                <a:ext cx="258650" cy="357600"/>
              </a:xfrm>
              <a:custGeom>
                <a:rect b="b" l="l" r="r" t="t"/>
                <a:pathLst>
                  <a:path extrusionOk="0" h="14304" w="10346">
                    <a:moveTo>
                      <a:pt x="4170" y="0"/>
                    </a:moveTo>
                    <a:cubicBezTo>
                      <a:pt x="2443" y="0"/>
                      <a:pt x="698" y="966"/>
                      <a:pt x="112" y="2603"/>
                    </a:cubicBezTo>
                    <a:cubicBezTo>
                      <a:pt x="56" y="2701"/>
                      <a:pt x="42" y="2813"/>
                      <a:pt x="0" y="2912"/>
                    </a:cubicBezTo>
                    <a:cubicBezTo>
                      <a:pt x="463" y="2252"/>
                      <a:pt x="1165" y="1718"/>
                      <a:pt x="1951" y="1494"/>
                    </a:cubicBezTo>
                    <a:cubicBezTo>
                      <a:pt x="2300" y="1394"/>
                      <a:pt x="2659" y="1346"/>
                      <a:pt x="3019" y="1346"/>
                    </a:cubicBezTo>
                    <a:cubicBezTo>
                      <a:pt x="4121" y="1346"/>
                      <a:pt x="5228" y="1792"/>
                      <a:pt x="6064" y="2533"/>
                    </a:cubicBezTo>
                    <a:cubicBezTo>
                      <a:pt x="7159" y="3487"/>
                      <a:pt x="7819" y="4933"/>
                      <a:pt x="8001" y="6393"/>
                    </a:cubicBezTo>
                    <a:cubicBezTo>
                      <a:pt x="8212" y="7839"/>
                      <a:pt x="8001" y="9341"/>
                      <a:pt x="7608" y="10759"/>
                    </a:cubicBezTo>
                    <a:cubicBezTo>
                      <a:pt x="7328" y="11755"/>
                      <a:pt x="6921" y="12780"/>
                      <a:pt x="6106" y="13426"/>
                    </a:cubicBezTo>
                    <a:cubicBezTo>
                      <a:pt x="5708" y="13749"/>
                      <a:pt x="5166" y="13940"/>
                      <a:pt x="4647" y="13940"/>
                    </a:cubicBezTo>
                    <a:cubicBezTo>
                      <a:pt x="4581" y="13940"/>
                      <a:pt x="4515" y="13937"/>
                      <a:pt x="4450" y="13931"/>
                    </a:cubicBezTo>
                    <a:lnTo>
                      <a:pt x="4450" y="13931"/>
                    </a:lnTo>
                    <a:cubicBezTo>
                      <a:pt x="4914" y="14172"/>
                      <a:pt x="5440" y="14303"/>
                      <a:pt x="5958" y="14303"/>
                    </a:cubicBezTo>
                    <a:cubicBezTo>
                      <a:pt x="6223" y="14303"/>
                      <a:pt x="6486" y="14269"/>
                      <a:pt x="6738" y="14198"/>
                    </a:cubicBezTo>
                    <a:cubicBezTo>
                      <a:pt x="8563" y="13692"/>
                      <a:pt x="9433" y="11278"/>
                      <a:pt x="9868" y="9621"/>
                    </a:cubicBezTo>
                    <a:cubicBezTo>
                      <a:pt x="10346" y="7755"/>
                      <a:pt x="10219" y="5719"/>
                      <a:pt x="9447" y="3950"/>
                    </a:cubicBezTo>
                    <a:cubicBezTo>
                      <a:pt x="8633" y="2083"/>
                      <a:pt x="7061" y="483"/>
                      <a:pt x="5068" y="90"/>
                    </a:cubicBezTo>
                    <a:cubicBezTo>
                      <a:pt x="4773" y="30"/>
                      <a:pt x="4472" y="0"/>
                      <a:pt x="4170" y="0"/>
                    </a:cubicBezTo>
                    <a:close/>
                  </a:path>
                </a:pathLst>
              </a:custGeom>
              <a:solidFill>
                <a:srgbClr val="FBF7E4">
                  <a:alpha val="22745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0" name="Google Shape;560;p26"/>
              <p:cNvSpPr/>
              <p:nvPr/>
            </p:nvSpPr>
            <p:spPr>
              <a:xfrm>
                <a:off x="4625375" y="1741075"/>
                <a:ext cx="69500" cy="93625"/>
              </a:xfrm>
              <a:custGeom>
                <a:rect b="b" l="l" r="r" t="t"/>
                <a:pathLst>
                  <a:path extrusionOk="0" h="3745" w="2780">
                    <a:moveTo>
                      <a:pt x="862" y="1"/>
                    </a:moveTo>
                    <a:cubicBezTo>
                      <a:pt x="782" y="1"/>
                      <a:pt x="704" y="16"/>
                      <a:pt x="632" y="46"/>
                    </a:cubicBezTo>
                    <a:cubicBezTo>
                      <a:pt x="98" y="285"/>
                      <a:pt x="0" y="1282"/>
                      <a:pt x="421" y="2278"/>
                    </a:cubicBezTo>
                    <a:cubicBezTo>
                      <a:pt x="772" y="3136"/>
                      <a:pt x="1404" y="3745"/>
                      <a:pt x="1913" y="3745"/>
                    </a:cubicBezTo>
                    <a:cubicBezTo>
                      <a:pt x="1995" y="3745"/>
                      <a:pt x="2074" y="3729"/>
                      <a:pt x="2148" y="3696"/>
                    </a:cubicBezTo>
                    <a:cubicBezTo>
                      <a:pt x="2695" y="3471"/>
                      <a:pt x="2780" y="2475"/>
                      <a:pt x="2358" y="1478"/>
                    </a:cubicBezTo>
                    <a:cubicBezTo>
                      <a:pt x="1995" y="593"/>
                      <a:pt x="1369" y="1"/>
                      <a:pt x="86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1" name="Google Shape;561;p26"/>
              <p:cNvSpPr/>
              <p:nvPr/>
            </p:nvSpPr>
            <p:spPr>
              <a:xfrm>
                <a:off x="4562200" y="2286525"/>
                <a:ext cx="481500" cy="441850"/>
              </a:xfrm>
              <a:custGeom>
                <a:rect b="b" l="l" r="r" t="t"/>
                <a:pathLst>
                  <a:path extrusionOk="0" h="17674" w="19260">
                    <a:moveTo>
                      <a:pt x="4099" y="0"/>
                    </a:moveTo>
                    <a:cubicBezTo>
                      <a:pt x="3566" y="98"/>
                      <a:pt x="3047" y="197"/>
                      <a:pt x="2513" y="281"/>
                    </a:cubicBezTo>
                    <a:cubicBezTo>
                      <a:pt x="3426" y="4169"/>
                      <a:pt x="3510" y="8212"/>
                      <a:pt x="2850" y="12143"/>
                    </a:cubicBezTo>
                    <a:cubicBezTo>
                      <a:pt x="2527" y="9967"/>
                      <a:pt x="1896" y="7847"/>
                      <a:pt x="1011" y="5826"/>
                    </a:cubicBezTo>
                    <a:lnTo>
                      <a:pt x="0" y="6092"/>
                    </a:lnTo>
                    <a:cubicBezTo>
                      <a:pt x="1039" y="9447"/>
                      <a:pt x="2275" y="12887"/>
                      <a:pt x="3482" y="16171"/>
                    </a:cubicBezTo>
                    <a:cubicBezTo>
                      <a:pt x="4113" y="16620"/>
                      <a:pt x="4689" y="17112"/>
                      <a:pt x="5236" y="17673"/>
                    </a:cubicBezTo>
                    <a:cubicBezTo>
                      <a:pt x="9588" y="14009"/>
                      <a:pt x="14290" y="10781"/>
                      <a:pt x="19260" y="8001"/>
                    </a:cubicBezTo>
                    <a:cubicBezTo>
                      <a:pt x="18853" y="7342"/>
                      <a:pt x="18445" y="6696"/>
                      <a:pt x="18024" y="6022"/>
                    </a:cubicBezTo>
                    <a:cubicBezTo>
                      <a:pt x="14164" y="8324"/>
                      <a:pt x="10430" y="10837"/>
                      <a:pt x="6935" y="13673"/>
                    </a:cubicBezTo>
                    <a:cubicBezTo>
                      <a:pt x="9799" y="10767"/>
                      <a:pt x="12943" y="8156"/>
                      <a:pt x="16312" y="5840"/>
                    </a:cubicBezTo>
                    <a:cubicBezTo>
                      <a:pt x="15961" y="5320"/>
                      <a:pt x="15652" y="4801"/>
                      <a:pt x="15329" y="4296"/>
                    </a:cubicBezTo>
                    <a:cubicBezTo>
                      <a:pt x="11820" y="6682"/>
                      <a:pt x="8521" y="9461"/>
                      <a:pt x="5447" y="12325"/>
                    </a:cubicBezTo>
                    <a:cubicBezTo>
                      <a:pt x="8619" y="8563"/>
                      <a:pt x="10907" y="6092"/>
                      <a:pt x="12831" y="2302"/>
                    </a:cubicBezTo>
                    <a:cubicBezTo>
                      <a:pt x="12171" y="1657"/>
                      <a:pt x="11539" y="913"/>
                      <a:pt x="11048" y="127"/>
                    </a:cubicBezTo>
                    <a:cubicBezTo>
                      <a:pt x="9574" y="4422"/>
                      <a:pt x="7216" y="8409"/>
                      <a:pt x="4240" y="11848"/>
                    </a:cubicBezTo>
                    <a:cubicBezTo>
                      <a:pt x="5110" y="7959"/>
                      <a:pt x="5040" y="3889"/>
                      <a:pt x="409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2" name="Google Shape;562;p26"/>
              <p:cNvSpPr/>
              <p:nvPr/>
            </p:nvSpPr>
            <p:spPr>
              <a:xfrm>
                <a:off x="4306025" y="2613700"/>
                <a:ext cx="479050" cy="669825"/>
              </a:xfrm>
              <a:custGeom>
                <a:rect b="b" l="l" r="r" t="t"/>
                <a:pathLst>
                  <a:path extrusionOk="0" h="26793" w="19162">
                    <a:moveTo>
                      <a:pt x="12610" y="0"/>
                    </a:moveTo>
                    <a:cubicBezTo>
                      <a:pt x="12353" y="0"/>
                      <a:pt x="12094" y="30"/>
                      <a:pt x="11834" y="94"/>
                    </a:cubicBezTo>
                    <a:cubicBezTo>
                      <a:pt x="10388" y="459"/>
                      <a:pt x="9447" y="1835"/>
                      <a:pt x="8675" y="3112"/>
                    </a:cubicBezTo>
                    <a:cubicBezTo>
                      <a:pt x="4983" y="9303"/>
                      <a:pt x="2485" y="16139"/>
                      <a:pt x="379" y="23031"/>
                    </a:cubicBezTo>
                    <a:cubicBezTo>
                      <a:pt x="183" y="23649"/>
                      <a:pt x="0" y="24281"/>
                      <a:pt x="28" y="24912"/>
                    </a:cubicBezTo>
                    <a:cubicBezTo>
                      <a:pt x="42" y="25783"/>
                      <a:pt x="520" y="26442"/>
                      <a:pt x="1123" y="26681"/>
                    </a:cubicBezTo>
                    <a:cubicBezTo>
                      <a:pt x="1306" y="26754"/>
                      <a:pt x="1501" y="26793"/>
                      <a:pt x="1702" y="26793"/>
                    </a:cubicBezTo>
                    <a:cubicBezTo>
                      <a:pt x="2118" y="26793"/>
                      <a:pt x="2555" y="26625"/>
                      <a:pt x="2934" y="26246"/>
                    </a:cubicBezTo>
                    <a:cubicBezTo>
                      <a:pt x="8479" y="20631"/>
                      <a:pt x="13981" y="14749"/>
                      <a:pt x="18066" y="7941"/>
                    </a:cubicBezTo>
                    <a:cubicBezTo>
                      <a:pt x="18614" y="7015"/>
                      <a:pt x="19161" y="5962"/>
                      <a:pt x="19007" y="4895"/>
                    </a:cubicBezTo>
                    <a:cubicBezTo>
                      <a:pt x="18824" y="3646"/>
                      <a:pt x="17757" y="2747"/>
                      <a:pt x="16761" y="1933"/>
                    </a:cubicBezTo>
                    <a:cubicBezTo>
                      <a:pt x="16705" y="1905"/>
                      <a:pt x="16634" y="1863"/>
                      <a:pt x="16592" y="1821"/>
                    </a:cubicBezTo>
                    <a:cubicBezTo>
                      <a:pt x="15404" y="906"/>
                      <a:pt x="14034" y="0"/>
                      <a:pt x="126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3" name="Google Shape;563;p26"/>
              <p:cNvSpPr/>
              <p:nvPr/>
            </p:nvSpPr>
            <p:spPr>
              <a:xfrm>
                <a:off x="4369175" y="3127100"/>
                <a:ext cx="72675" cy="32225"/>
              </a:xfrm>
              <a:custGeom>
                <a:rect b="b" l="l" r="r" t="t"/>
                <a:pathLst>
                  <a:path extrusionOk="0" h="1289" w="2907">
                    <a:moveTo>
                      <a:pt x="625" y="0"/>
                    </a:moveTo>
                    <a:cubicBezTo>
                      <a:pt x="413" y="0"/>
                      <a:pt x="203" y="35"/>
                      <a:pt x="1" y="109"/>
                    </a:cubicBezTo>
                    <a:cubicBezTo>
                      <a:pt x="268" y="179"/>
                      <a:pt x="534" y="235"/>
                      <a:pt x="759" y="306"/>
                    </a:cubicBezTo>
                    <a:cubicBezTo>
                      <a:pt x="1026" y="376"/>
                      <a:pt x="1250" y="460"/>
                      <a:pt x="1503" y="544"/>
                    </a:cubicBezTo>
                    <a:cubicBezTo>
                      <a:pt x="1742" y="656"/>
                      <a:pt x="1966" y="755"/>
                      <a:pt x="2205" y="881"/>
                    </a:cubicBezTo>
                    <a:cubicBezTo>
                      <a:pt x="2429" y="1007"/>
                      <a:pt x="2654" y="1148"/>
                      <a:pt x="2907" y="1288"/>
                    </a:cubicBezTo>
                    <a:cubicBezTo>
                      <a:pt x="2780" y="1035"/>
                      <a:pt x="2584" y="811"/>
                      <a:pt x="2373" y="642"/>
                    </a:cubicBezTo>
                    <a:cubicBezTo>
                      <a:pt x="2163" y="446"/>
                      <a:pt x="1924" y="306"/>
                      <a:pt x="1657" y="193"/>
                    </a:cubicBezTo>
                    <a:cubicBezTo>
                      <a:pt x="1391" y="95"/>
                      <a:pt x="1110" y="25"/>
                      <a:pt x="829" y="11"/>
                    </a:cubicBezTo>
                    <a:cubicBezTo>
                      <a:pt x="761" y="4"/>
                      <a:pt x="693" y="0"/>
                      <a:pt x="6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4" name="Google Shape;564;p26"/>
              <p:cNvSpPr/>
              <p:nvPr/>
            </p:nvSpPr>
            <p:spPr>
              <a:xfrm>
                <a:off x="4403225" y="3052300"/>
                <a:ext cx="104600" cy="44550"/>
              </a:xfrm>
              <a:custGeom>
                <a:rect b="b" l="l" r="r" t="t"/>
                <a:pathLst>
                  <a:path extrusionOk="0" h="1782" w="4184">
                    <a:moveTo>
                      <a:pt x="839" y="0"/>
                    </a:moveTo>
                    <a:cubicBezTo>
                      <a:pt x="552" y="0"/>
                      <a:pt x="269" y="27"/>
                      <a:pt x="1" y="97"/>
                    </a:cubicBezTo>
                    <a:cubicBezTo>
                      <a:pt x="380" y="153"/>
                      <a:pt x="773" y="223"/>
                      <a:pt x="1138" y="308"/>
                    </a:cubicBezTo>
                    <a:cubicBezTo>
                      <a:pt x="1503" y="406"/>
                      <a:pt x="1853" y="518"/>
                      <a:pt x="2204" y="659"/>
                    </a:cubicBezTo>
                    <a:cubicBezTo>
                      <a:pt x="2555" y="799"/>
                      <a:pt x="2892" y="967"/>
                      <a:pt x="3229" y="1150"/>
                    </a:cubicBezTo>
                    <a:cubicBezTo>
                      <a:pt x="3552" y="1332"/>
                      <a:pt x="3875" y="1557"/>
                      <a:pt x="4184" y="1781"/>
                    </a:cubicBezTo>
                    <a:cubicBezTo>
                      <a:pt x="4001" y="1431"/>
                      <a:pt x="3706" y="1136"/>
                      <a:pt x="3398" y="897"/>
                    </a:cubicBezTo>
                    <a:cubicBezTo>
                      <a:pt x="3089" y="644"/>
                      <a:pt x="2738" y="448"/>
                      <a:pt x="2359" y="294"/>
                    </a:cubicBezTo>
                    <a:cubicBezTo>
                      <a:pt x="1980" y="153"/>
                      <a:pt x="1587" y="55"/>
                      <a:pt x="1194" y="13"/>
                    </a:cubicBezTo>
                    <a:cubicBezTo>
                      <a:pt x="1075" y="5"/>
                      <a:pt x="957" y="0"/>
                      <a:pt x="8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5" name="Google Shape;565;p26"/>
              <p:cNvSpPr/>
              <p:nvPr/>
            </p:nvSpPr>
            <p:spPr>
              <a:xfrm>
                <a:off x="4432350" y="2952900"/>
                <a:ext cx="142500" cy="80425"/>
              </a:xfrm>
              <a:custGeom>
                <a:rect b="b" l="l" r="r" t="t"/>
                <a:pathLst>
                  <a:path extrusionOk="0" h="3217" w="5700">
                    <a:moveTo>
                      <a:pt x="610" y="0"/>
                    </a:moveTo>
                    <a:cubicBezTo>
                      <a:pt x="404" y="0"/>
                      <a:pt x="200" y="14"/>
                      <a:pt x="1" y="44"/>
                    </a:cubicBezTo>
                    <a:cubicBezTo>
                      <a:pt x="562" y="199"/>
                      <a:pt x="1096" y="353"/>
                      <a:pt x="1615" y="536"/>
                    </a:cubicBezTo>
                    <a:cubicBezTo>
                      <a:pt x="2120" y="746"/>
                      <a:pt x="2612" y="971"/>
                      <a:pt x="3089" y="1237"/>
                    </a:cubicBezTo>
                    <a:cubicBezTo>
                      <a:pt x="3552" y="1504"/>
                      <a:pt x="4001" y="1799"/>
                      <a:pt x="4436" y="2136"/>
                    </a:cubicBezTo>
                    <a:cubicBezTo>
                      <a:pt x="4886" y="2459"/>
                      <a:pt x="5279" y="2838"/>
                      <a:pt x="5700" y="3217"/>
                    </a:cubicBezTo>
                    <a:cubicBezTo>
                      <a:pt x="5475" y="2697"/>
                      <a:pt x="5138" y="2220"/>
                      <a:pt x="4745" y="1799"/>
                    </a:cubicBezTo>
                    <a:cubicBezTo>
                      <a:pt x="4338" y="1392"/>
                      <a:pt x="3861" y="1027"/>
                      <a:pt x="3356" y="746"/>
                    </a:cubicBezTo>
                    <a:cubicBezTo>
                      <a:pt x="2850" y="465"/>
                      <a:pt x="2289" y="255"/>
                      <a:pt x="1727" y="129"/>
                    </a:cubicBezTo>
                    <a:cubicBezTo>
                      <a:pt x="1365" y="47"/>
                      <a:pt x="985" y="0"/>
                      <a:pt x="61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6" name="Google Shape;566;p26"/>
              <p:cNvSpPr/>
              <p:nvPr/>
            </p:nvSpPr>
            <p:spPr>
              <a:xfrm>
                <a:off x="4469550" y="2837800"/>
                <a:ext cx="177250" cy="100425"/>
              </a:xfrm>
              <a:custGeom>
                <a:rect b="b" l="l" r="r" t="t"/>
                <a:pathLst>
                  <a:path extrusionOk="0" h="4017" w="7090">
                    <a:moveTo>
                      <a:pt x="600" y="0"/>
                    </a:moveTo>
                    <a:cubicBezTo>
                      <a:pt x="399" y="0"/>
                      <a:pt x="199" y="10"/>
                      <a:pt x="1" y="30"/>
                    </a:cubicBezTo>
                    <a:cubicBezTo>
                      <a:pt x="688" y="198"/>
                      <a:pt x="1362" y="381"/>
                      <a:pt x="1994" y="606"/>
                    </a:cubicBezTo>
                    <a:cubicBezTo>
                      <a:pt x="2640" y="858"/>
                      <a:pt x="3257" y="1139"/>
                      <a:pt x="3847" y="1462"/>
                    </a:cubicBezTo>
                    <a:cubicBezTo>
                      <a:pt x="4450" y="1799"/>
                      <a:pt x="5012" y="2192"/>
                      <a:pt x="5559" y="2613"/>
                    </a:cubicBezTo>
                    <a:cubicBezTo>
                      <a:pt x="6093" y="3048"/>
                      <a:pt x="6612" y="3497"/>
                      <a:pt x="7089" y="4017"/>
                    </a:cubicBezTo>
                    <a:cubicBezTo>
                      <a:pt x="6795" y="3357"/>
                      <a:pt x="6360" y="2781"/>
                      <a:pt x="5854" y="2276"/>
                    </a:cubicBezTo>
                    <a:cubicBezTo>
                      <a:pt x="5335" y="1771"/>
                      <a:pt x="4759" y="1321"/>
                      <a:pt x="4128" y="970"/>
                    </a:cubicBezTo>
                    <a:cubicBezTo>
                      <a:pt x="3496" y="620"/>
                      <a:pt x="2836" y="339"/>
                      <a:pt x="2134" y="184"/>
                    </a:cubicBezTo>
                    <a:cubicBezTo>
                      <a:pt x="1630" y="63"/>
                      <a:pt x="1112" y="0"/>
                      <a:pt x="60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7" name="Google Shape;567;p26"/>
              <p:cNvSpPr/>
              <p:nvPr/>
            </p:nvSpPr>
            <p:spPr>
              <a:xfrm>
                <a:off x="4527100" y="2732575"/>
                <a:ext cx="181825" cy="102475"/>
              </a:xfrm>
              <a:custGeom>
                <a:rect b="b" l="l" r="r" t="t"/>
                <a:pathLst>
                  <a:path extrusionOk="0" h="4099" w="7273">
                    <a:moveTo>
                      <a:pt x="581" y="1"/>
                    </a:moveTo>
                    <a:cubicBezTo>
                      <a:pt x="387" y="1"/>
                      <a:pt x="193" y="9"/>
                      <a:pt x="1" y="28"/>
                    </a:cubicBezTo>
                    <a:cubicBezTo>
                      <a:pt x="731" y="182"/>
                      <a:pt x="1390" y="379"/>
                      <a:pt x="2036" y="617"/>
                    </a:cubicBezTo>
                    <a:cubicBezTo>
                      <a:pt x="2710" y="870"/>
                      <a:pt x="3342" y="1151"/>
                      <a:pt x="3959" y="1502"/>
                    </a:cubicBezTo>
                    <a:cubicBezTo>
                      <a:pt x="4549" y="1839"/>
                      <a:pt x="5124" y="2218"/>
                      <a:pt x="5686" y="2653"/>
                    </a:cubicBezTo>
                    <a:cubicBezTo>
                      <a:pt x="6233" y="3102"/>
                      <a:pt x="6767" y="3579"/>
                      <a:pt x="7272" y="4099"/>
                    </a:cubicBezTo>
                    <a:cubicBezTo>
                      <a:pt x="6949" y="3453"/>
                      <a:pt x="6514" y="2849"/>
                      <a:pt x="5995" y="2330"/>
                    </a:cubicBezTo>
                    <a:cubicBezTo>
                      <a:pt x="5475" y="1796"/>
                      <a:pt x="4886" y="1361"/>
                      <a:pt x="4240" y="996"/>
                    </a:cubicBezTo>
                    <a:cubicBezTo>
                      <a:pt x="3580" y="617"/>
                      <a:pt x="2906" y="365"/>
                      <a:pt x="2177" y="182"/>
                    </a:cubicBezTo>
                    <a:cubicBezTo>
                      <a:pt x="1660" y="69"/>
                      <a:pt x="1120" y="1"/>
                      <a:pt x="58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8" name="Google Shape;568;p26"/>
              <p:cNvSpPr/>
              <p:nvPr/>
            </p:nvSpPr>
            <p:spPr>
              <a:xfrm>
                <a:off x="4334100" y="2659550"/>
                <a:ext cx="450975" cy="623975"/>
              </a:xfrm>
              <a:custGeom>
                <a:rect b="b" l="l" r="r" t="t"/>
                <a:pathLst>
                  <a:path extrusionOk="0" h="24959" w="18039">
                    <a:moveTo>
                      <a:pt x="15455" y="1"/>
                    </a:moveTo>
                    <a:lnTo>
                      <a:pt x="15455" y="1"/>
                    </a:lnTo>
                    <a:cubicBezTo>
                      <a:pt x="15778" y="998"/>
                      <a:pt x="15764" y="2121"/>
                      <a:pt x="15497" y="3145"/>
                    </a:cubicBezTo>
                    <a:cubicBezTo>
                      <a:pt x="15090" y="4760"/>
                      <a:pt x="14164" y="6177"/>
                      <a:pt x="13251" y="7567"/>
                    </a:cubicBezTo>
                    <a:cubicBezTo>
                      <a:pt x="9251" y="13631"/>
                      <a:pt x="5110" y="19667"/>
                      <a:pt x="0" y="24847"/>
                    </a:cubicBezTo>
                    <a:cubicBezTo>
                      <a:pt x="183" y="24920"/>
                      <a:pt x="378" y="24959"/>
                      <a:pt x="579" y="24959"/>
                    </a:cubicBezTo>
                    <a:cubicBezTo>
                      <a:pt x="995" y="24959"/>
                      <a:pt x="1432" y="24791"/>
                      <a:pt x="1811" y="24412"/>
                    </a:cubicBezTo>
                    <a:cubicBezTo>
                      <a:pt x="7356" y="18797"/>
                      <a:pt x="12858" y="12915"/>
                      <a:pt x="16943" y="6107"/>
                    </a:cubicBezTo>
                    <a:cubicBezTo>
                      <a:pt x="17491" y="5181"/>
                      <a:pt x="18038" y="4128"/>
                      <a:pt x="17884" y="3061"/>
                    </a:cubicBezTo>
                    <a:cubicBezTo>
                      <a:pt x="17701" y="1812"/>
                      <a:pt x="16634" y="913"/>
                      <a:pt x="15638" y="127"/>
                    </a:cubicBezTo>
                    <a:cubicBezTo>
                      <a:pt x="15582" y="85"/>
                      <a:pt x="15511" y="57"/>
                      <a:pt x="15455" y="1"/>
                    </a:cubicBezTo>
                    <a:close/>
                  </a:path>
                </a:pathLst>
              </a:custGeom>
              <a:solidFill>
                <a:srgbClr val="FBF7E4">
                  <a:alpha val="22745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9" name="Google Shape;569;p26"/>
              <p:cNvSpPr/>
              <p:nvPr/>
            </p:nvSpPr>
            <p:spPr>
              <a:xfrm>
                <a:off x="3684175" y="1331975"/>
                <a:ext cx="356575" cy="381850"/>
              </a:xfrm>
              <a:custGeom>
                <a:rect b="b" l="l" r="r" t="t"/>
                <a:pathLst>
                  <a:path extrusionOk="0" h="15274" w="14263">
                    <a:moveTo>
                      <a:pt x="7945" y="1"/>
                    </a:moveTo>
                    <a:cubicBezTo>
                      <a:pt x="7370" y="267"/>
                      <a:pt x="6808" y="534"/>
                      <a:pt x="6233" y="801"/>
                    </a:cubicBezTo>
                    <a:cubicBezTo>
                      <a:pt x="7665" y="4128"/>
                      <a:pt x="9293" y="7398"/>
                      <a:pt x="11216" y="10486"/>
                    </a:cubicBezTo>
                    <a:cubicBezTo>
                      <a:pt x="9152" y="7904"/>
                      <a:pt x="7384" y="5096"/>
                      <a:pt x="5882" y="2162"/>
                    </a:cubicBezTo>
                    <a:cubicBezTo>
                      <a:pt x="5433" y="2401"/>
                      <a:pt x="4983" y="2569"/>
                      <a:pt x="4548" y="2794"/>
                    </a:cubicBezTo>
                    <a:cubicBezTo>
                      <a:pt x="6092" y="5868"/>
                      <a:pt x="7987" y="8816"/>
                      <a:pt x="10023" y="11581"/>
                    </a:cubicBezTo>
                    <a:cubicBezTo>
                      <a:pt x="7328" y="8634"/>
                      <a:pt x="5573" y="6570"/>
                      <a:pt x="2737" y="4619"/>
                    </a:cubicBezTo>
                    <a:cubicBezTo>
                      <a:pt x="2134" y="5096"/>
                      <a:pt x="1488" y="5517"/>
                      <a:pt x="800" y="5826"/>
                    </a:cubicBezTo>
                    <a:cubicBezTo>
                      <a:pt x="4099" y="7482"/>
                      <a:pt x="7047" y="9785"/>
                      <a:pt x="9503" y="12522"/>
                    </a:cubicBezTo>
                    <a:cubicBezTo>
                      <a:pt x="7236" y="11678"/>
                      <a:pt x="4827" y="11262"/>
                      <a:pt x="2405" y="11262"/>
                    </a:cubicBezTo>
                    <a:cubicBezTo>
                      <a:pt x="1603" y="11262"/>
                      <a:pt x="800" y="11308"/>
                      <a:pt x="0" y="11399"/>
                    </a:cubicBezTo>
                    <a:cubicBezTo>
                      <a:pt x="0" y="11820"/>
                      <a:pt x="28" y="12255"/>
                      <a:pt x="56" y="12676"/>
                    </a:cubicBezTo>
                    <a:cubicBezTo>
                      <a:pt x="861" y="12588"/>
                      <a:pt x="1668" y="12545"/>
                      <a:pt x="2476" y="12545"/>
                    </a:cubicBezTo>
                    <a:cubicBezTo>
                      <a:pt x="4883" y="12545"/>
                      <a:pt x="7289" y="12927"/>
                      <a:pt x="9602" y="13631"/>
                    </a:cubicBezTo>
                    <a:cubicBezTo>
                      <a:pt x="7805" y="13645"/>
                      <a:pt x="6036" y="13940"/>
                      <a:pt x="4338" y="14445"/>
                    </a:cubicBezTo>
                    <a:cubicBezTo>
                      <a:pt x="4366" y="14726"/>
                      <a:pt x="4408" y="14992"/>
                      <a:pt x="4436" y="15273"/>
                    </a:cubicBezTo>
                    <a:cubicBezTo>
                      <a:pt x="7229" y="14782"/>
                      <a:pt x="10121" y="14150"/>
                      <a:pt x="12872" y="13519"/>
                    </a:cubicBezTo>
                    <a:cubicBezTo>
                      <a:pt x="13293" y="13041"/>
                      <a:pt x="13771" y="12620"/>
                      <a:pt x="14262" y="12255"/>
                    </a:cubicBezTo>
                    <a:cubicBezTo>
                      <a:pt x="11777" y="8395"/>
                      <a:pt x="9644" y="4268"/>
                      <a:pt x="794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" name="Google Shape;570;p26"/>
              <p:cNvSpPr/>
              <p:nvPr/>
            </p:nvSpPr>
            <p:spPr>
              <a:xfrm>
                <a:off x="3936125" y="1568850"/>
                <a:ext cx="515550" cy="432625"/>
              </a:xfrm>
              <a:custGeom>
                <a:rect b="b" l="l" r="r" t="t"/>
                <a:pathLst>
                  <a:path extrusionOk="0" h="17305" w="20622">
                    <a:moveTo>
                      <a:pt x="4793" y="0"/>
                    </a:moveTo>
                    <a:cubicBezTo>
                      <a:pt x="4782" y="0"/>
                      <a:pt x="4771" y="1"/>
                      <a:pt x="4760" y="1"/>
                    </a:cubicBezTo>
                    <a:cubicBezTo>
                      <a:pt x="3749" y="29"/>
                      <a:pt x="2907" y="801"/>
                      <a:pt x="2177" y="1503"/>
                    </a:cubicBezTo>
                    <a:lnTo>
                      <a:pt x="2064" y="1629"/>
                    </a:lnTo>
                    <a:cubicBezTo>
                      <a:pt x="1040" y="2640"/>
                      <a:pt x="1" y="3847"/>
                      <a:pt x="183" y="5251"/>
                    </a:cubicBezTo>
                    <a:cubicBezTo>
                      <a:pt x="324" y="6444"/>
                      <a:pt x="1320" y="7342"/>
                      <a:pt x="2275" y="8100"/>
                    </a:cubicBezTo>
                    <a:cubicBezTo>
                      <a:pt x="6851" y="11694"/>
                      <a:pt x="12059" y="14417"/>
                      <a:pt x="17379" y="16818"/>
                    </a:cubicBezTo>
                    <a:cubicBezTo>
                      <a:pt x="17856" y="17028"/>
                      <a:pt x="18348" y="17239"/>
                      <a:pt x="18853" y="17295"/>
                    </a:cubicBezTo>
                    <a:cubicBezTo>
                      <a:pt x="18918" y="17301"/>
                      <a:pt x="18981" y="17304"/>
                      <a:pt x="19043" y="17304"/>
                    </a:cubicBezTo>
                    <a:cubicBezTo>
                      <a:pt x="19656" y="17304"/>
                      <a:pt x="20141" y="17001"/>
                      <a:pt x="20383" y="16593"/>
                    </a:cubicBezTo>
                    <a:cubicBezTo>
                      <a:pt x="20622" y="16172"/>
                      <a:pt x="20622" y="15610"/>
                      <a:pt x="20229" y="15105"/>
                    </a:cubicBezTo>
                    <a:cubicBezTo>
                      <a:pt x="16298" y="10080"/>
                      <a:pt x="12157" y="5040"/>
                      <a:pt x="7118" y="1082"/>
                    </a:cubicBezTo>
                    <a:cubicBezTo>
                      <a:pt x="6425" y="541"/>
                      <a:pt x="5663" y="0"/>
                      <a:pt x="479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1" name="Google Shape;571;p26"/>
              <p:cNvSpPr/>
              <p:nvPr/>
            </p:nvSpPr>
            <p:spPr>
              <a:xfrm>
                <a:off x="4327775" y="1884350"/>
                <a:ext cx="31950" cy="55825"/>
              </a:xfrm>
              <a:custGeom>
                <a:rect b="b" l="l" r="r" t="t"/>
                <a:pathLst>
                  <a:path extrusionOk="0" h="2233" w="1278">
                    <a:moveTo>
                      <a:pt x="1278" y="0"/>
                    </a:moveTo>
                    <a:lnTo>
                      <a:pt x="1278" y="0"/>
                    </a:lnTo>
                    <a:cubicBezTo>
                      <a:pt x="1067" y="71"/>
                      <a:pt x="871" y="197"/>
                      <a:pt x="702" y="351"/>
                    </a:cubicBezTo>
                    <a:cubicBezTo>
                      <a:pt x="534" y="520"/>
                      <a:pt x="380" y="702"/>
                      <a:pt x="281" y="899"/>
                    </a:cubicBezTo>
                    <a:cubicBezTo>
                      <a:pt x="169" y="1109"/>
                      <a:pt x="85" y="1320"/>
                      <a:pt x="43" y="1544"/>
                    </a:cubicBezTo>
                    <a:cubicBezTo>
                      <a:pt x="1" y="1783"/>
                      <a:pt x="1" y="2008"/>
                      <a:pt x="43" y="2232"/>
                    </a:cubicBezTo>
                    <a:cubicBezTo>
                      <a:pt x="113" y="2022"/>
                      <a:pt x="183" y="1825"/>
                      <a:pt x="253" y="1601"/>
                    </a:cubicBezTo>
                    <a:cubicBezTo>
                      <a:pt x="351" y="1404"/>
                      <a:pt x="436" y="1222"/>
                      <a:pt x="534" y="1039"/>
                    </a:cubicBezTo>
                    <a:cubicBezTo>
                      <a:pt x="646" y="871"/>
                      <a:pt x="745" y="688"/>
                      <a:pt x="871" y="520"/>
                    </a:cubicBezTo>
                    <a:cubicBezTo>
                      <a:pt x="997" y="351"/>
                      <a:pt x="1138" y="183"/>
                      <a:pt x="12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2" name="Google Shape;572;p26"/>
              <p:cNvSpPr/>
              <p:nvPr/>
            </p:nvSpPr>
            <p:spPr>
              <a:xfrm>
                <a:off x="4270575" y="1825750"/>
                <a:ext cx="46000" cy="79675"/>
              </a:xfrm>
              <a:custGeom>
                <a:rect b="b" l="l" r="r" t="t"/>
                <a:pathLst>
                  <a:path extrusionOk="0" h="3187" w="1840">
                    <a:moveTo>
                      <a:pt x="1839" y="0"/>
                    </a:moveTo>
                    <a:lnTo>
                      <a:pt x="1839" y="0"/>
                    </a:lnTo>
                    <a:cubicBezTo>
                      <a:pt x="1545" y="126"/>
                      <a:pt x="1278" y="309"/>
                      <a:pt x="1053" y="548"/>
                    </a:cubicBezTo>
                    <a:cubicBezTo>
                      <a:pt x="815" y="772"/>
                      <a:pt x="618" y="1039"/>
                      <a:pt x="464" y="1320"/>
                    </a:cubicBezTo>
                    <a:cubicBezTo>
                      <a:pt x="295" y="1600"/>
                      <a:pt x="183" y="1909"/>
                      <a:pt x="113" y="2232"/>
                    </a:cubicBezTo>
                    <a:cubicBezTo>
                      <a:pt x="43" y="2541"/>
                      <a:pt x="0" y="2878"/>
                      <a:pt x="57" y="3187"/>
                    </a:cubicBezTo>
                    <a:cubicBezTo>
                      <a:pt x="141" y="2878"/>
                      <a:pt x="225" y="2583"/>
                      <a:pt x="337" y="2274"/>
                    </a:cubicBezTo>
                    <a:cubicBezTo>
                      <a:pt x="436" y="1993"/>
                      <a:pt x="576" y="1713"/>
                      <a:pt x="716" y="1460"/>
                    </a:cubicBezTo>
                    <a:cubicBezTo>
                      <a:pt x="885" y="1193"/>
                      <a:pt x="1039" y="941"/>
                      <a:pt x="1236" y="702"/>
                    </a:cubicBezTo>
                    <a:cubicBezTo>
                      <a:pt x="1418" y="449"/>
                      <a:pt x="1615" y="225"/>
                      <a:pt x="18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3" name="Google Shape;573;p26"/>
              <p:cNvSpPr/>
              <p:nvPr/>
            </p:nvSpPr>
            <p:spPr>
              <a:xfrm>
                <a:off x="4193725" y="1765025"/>
                <a:ext cx="79675" cy="106350"/>
              </a:xfrm>
              <a:custGeom>
                <a:rect b="b" l="l" r="r" t="t"/>
                <a:pathLst>
                  <a:path extrusionOk="0" h="4254" w="3187">
                    <a:moveTo>
                      <a:pt x="3187" y="1"/>
                    </a:moveTo>
                    <a:lnTo>
                      <a:pt x="3187" y="1"/>
                    </a:lnTo>
                    <a:cubicBezTo>
                      <a:pt x="2724" y="127"/>
                      <a:pt x="2302" y="352"/>
                      <a:pt x="1937" y="632"/>
                    </a:cubicBezTo>
                    <a:cubicBezTo>
                      <a:pt x="1544" y="913"/>
                      <a:pt x="1208" y="1250"/>
                      <a:pt x="927" y="1643"/>
                    </a:cubicBezTo>
                    <a:cubicBezTo>
                      <a:pt x="660" y="2022"/>
                      <a:pt x="421" y="2443"/>
                      <a:pt x="267" y="2878"/>
                    </a:cubicBezTo>
                    <a:cubicBezTo>
                      <a:pt x="113" y="3328"/>
                      <a:pt x="0" y="3791"/>
                      <a:pt x="28" y="4254"/>
                    </a:cubicBezTo>
                    <a:cubicBezTo>
                      <a:pt x="197" y="3819"/>
                      <a:pt x="379" y="3412"/>
                      <a:pt x="618" y="3019"/>
                    </a:cubicBezTo>
                    <a:cubicBezTo>
                      <a:pt x="829" y="2640"/>
                      <a:pt x="1053" y="2261"/>
                      <a:pt x="1320" y="1910"/>
                    </a:cubicBezTo>
                    <a:cubicBezTo>
                      <a:pt x="1587" y="1559"/>
                      <a:pt x="1867" y="1236"/>
                      <a:pt x="2176" y="913"/>
                    </a:cubicBezTo>
                    <a:cubicBezTo>
                      <a:pt x="2499" y="604"/>
                      <a:pt x="2836" y="295"/>
                      <a:pt x="318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4" name="Google Shape;574;p26"/>
              <p:cNvSpPr/>
              <p:nvPr/>
            </p:nvSpPr>
            <p:spPr>
              <a:xfrm>
                <a:off x="4105625" y="1697650"/>
                <a:ext cx="98300" cy="131975"/>
              </a:xfrm>
              <a:custGeom>
                <a:rect b="b" l="l" r="r" t="t"/>
                <a:pathLst>
                  <a:path extrusionOk="0" h="5279" w="3932">
                    <a:moveTo>
                      <a:pt x="3931" y="0"/>
                    </a:moveTo>
                    <a:lnTo>
                      <a:pt x="3931" y="0"/>
                    </a:lnTo>
                    <a:cubicBezTo>
                      <a:pt x="3384" y="169"/>
                      <a:pt x="2879" y="478"/>
                      <a:pt x="2429" y="829"/>
                    </a:cubicBezTo>
                    <a:cubicBezTo>
                      <a:pt x="1952" y="1180"/>
                      <a:pt x="1545" y="1601"/>
                      <a:pt x="1194" y="2064"/>
                    </a:cubicBezTo>
                    <a:cubicBezTo>
                      <a:pt x="843" y="2541"/>
                      <a:pt x="562" y="3047"/>
                      <a:pt x="352" y="3594"/>
                    </a:cubicBezTo>
                    <a:cubicBezTo>
                      <a:pt x="141" y="4141"/>
                      <a:pt x="15" y="4703"/>
                      <a:pt x="1" y="5279"/>
                    </a:cubicBezTo>
                    <a:cubicBezTo>
                      <a:pt x="197" y="4731"/>
                      <a:pt x="408" y="4226"/>
                      <a:pt x="689" y="3734"/>
                    </a:cubicBezTo>
                    <a:cubicBezTo>
                      <a:pt x="955" y="3243"/>
                      <a:pt x="1236" y="2766"/>
                      <a:pt x="1559" y="2331"/>
                    </a:cubicBezTo>
                    <a:cubicBezTo>
                      <a:pt x="1896" y="1896"/>
                      <a:pt x="2261" y="1474"/>
                      <a:pt x="2654" y="1081"/>
                    </a:cubicBezTo>
                    <a:cubicBezTo>
                      <a:pt x="3061" y="702"/>
                      <a:pt x="3482" y="351"/>
                      <a:pt x="393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5" name="Google Shape;575;p26"/>
              <p:cNvSpPr/>
              <p:nvPr/>
            </p:nvSpPr>
            <p:spPr>
              <a:xfrm>
                <a:off x="4026675" y="1636925"/>
                <a:ext cx="100400" cy="135850"/>
              </a:xfrm>
              <a:custGeom>
                <a:rect b="b" l="l" r="r" t="t"/>
                <a:pathLst>
                  <a:path extrusionOk="0" h="5434" w="4016">
                    <a:moveTo>
                      <a:pt x="4015" y="1"/>
                    </a:moveTo>
                    <a:lnTo>
                      <a:pt x="4015" y="1"/>
                    </a:lnTo>
                    <a:cubicBezTo>
                      <a:pt x="3454" y="183"/>
                      <a:pt x="2934" y="478"/>
                      <a:pt x="2457" y="843"/>
                    </a:cubicBezTo>
                    <a:cubicBezTo>
                      <a:pt x="1980" y="1222"/>
                      <a:pt x="1559" y="1657"/>
                      <a:pt x="1208" y="2135"/>
                    </a:cubicBezTo>
                    <a:cubicBezTo>
                      <a:pt x="857" y="2598"/>
                      <a:pt x="562" y="3131"/>
                      <a:pt x="351" y="3693"/>
                    </a:cubicBezTo>
                    <a:cubicBezTo>
                      <a:pt x="141" y="4254"/>
                      <a:pt x="15" y="4830"/>
                      <a:pt x="1" y="5433"/>
                    </a:cubicBezTo>
                    <a:cubicBezTo>
                      <a:pt x="211" y="4872"/>
                      <a:pt x="436" y="4339"/>
                      <a:pt x="688" y="3847"/>
                    </a:cubicBezTo>
                    <a:cubicBezTo>
                      <a:pt x="955" y="3342"/>
                      <a:pt x="1250" y="2865"/>
                      <a:pt x="1587" y="2415"/>
                    </a:cubicBezTo>
                    <a:cubicBezTo>
                      <a:pt x="1938" y="1952"/>
                      <a:pt x="2303" y="1531"/>
                      <a:pt x="2710" y="1124"/>
                    </a:cubicBezTo>
                    <a:cubicBezTo>
                      <a:pt x="3103" y="731"/>
                      <a:pt x="3552" y="352"/>
                      <a:pt x="401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6" name="Google Shape;576;p26"/>
              <p:cNvSpPr/>
              <p:nvPr/>
            </p:nvSpPr>
            <p:spPr>
              <a:xfrm>
                <a:off x="3987375" y="1568850"/>
                <a:ext cx="464300" cy="414825"/>
              </a:xfrm>
              <a:custGeom>
                <a:rect b="b" l="l" r="r" t="t"/>
                <a:pathLst>
                  <a:path extrusionOk="0" h="16593" w="18572">
                    <a:moveTo>
                      <a:pt x="2743" y="0"/>
                    </a:moveTo>
                    <a:cubicBezTo>
                      <a:pt x="2732" y="0"/>
                      <a:pt x="2721" y="1"/>
                      <a:pt x="2710" y="1"/>
                    </a:cubicBezTo>
                    <a:cubicBezTo>
                      <a:pt x="1699" y="29"/>
                      <a:pt x="857" y="801"/>
                      <a:pt x="113" y="1517"/>
                    </a:cubicBezTo>
                    <a:lnTo>
                      <a:pt x="0" y="1643"/>
                    </a:lnTo>
                    <a:cubicBezTo>
                      <a:pt x="240" y="1603"/>
                      <a:pt x="483" y="1584"/>
                      <a:pt x="727" y="1584"/>
                    </a:cubicBezTo>
                    <a:cubicBezTo>
                      <a:pt x="1339" y="1584"/>
                      <a:pt x="1955" y="1707"/>
                      <a:pt x="2527" y="1938"/>
                    </a:cubicBezTo>
                    <a:cubicBezTo>
                      <a:pt x="3762" y="2429"/>
                      <a:pt x="4815" y="3314"/>
                      <a:pt x="5840" y="4184"/>
                    </a:cubicBezTo>
                    <a:cubicBezTo>
                      <a:pt x="10290" y="8016"/>
                      <a:pt x="14711" y="11961"/>
                      <a:pt x="18333" y="16593"/>
                    </a:cubicBezTo>
                    <a:cubicBezTo>
                      <a:pt x="18572" y="16172"/>
                      <a:pt x="18572" y="15610"/>
                      <a:pt x="18179" y="15105"/>
                    </a:cubicBezTo>
                    <a:cubicBezTo>
                      <a:pt x="14248" y="10080"/>
                      <a:pt x="10107" y="5040"/>
                      <a:pt x="5068" y="1082"/>
                    </a:cubicBezTo>
                    <a:cubicBezTo>
                      <a:pt x="4375" y="541"/>
                      <a:pt x="3613" y="0"/>
                      <a:pt x="2743" y="0"/>
                    </a:cubicBezTo>
                    <a:close/>
                  </a:path>
                </a:pathLst>
              </a:custGeom>
              <a:solidFill>
                <a:srgbClr val="FBF7E4">
                  <a:alpha val="22745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7" name="Google Shape;577;p26"/>
              <p:cNvSpPr/>
              <p:nvPr/>
            </p:nvSpPr>
            <p:spPr>
              <a:xfrm>
                <a:off x="3148300" y="2737475"/>
                <a:ext cx="495175" cy="462200"/>
              </a:xfrm>
              <a:custGeom>
                <a:rect b="b" l="l" r="r" t="t"/>
                <a:pathLst>
                  <a:path extrusionOk="0" h="18488" w="19807">
                    <a:moveTo>
                      <a:pt x="17743" y="0"/>
                    </a:moveTo>
                    <a:cubicBezTo>
                      <a:pt x="16297" y="2990"/>
                      <a:pt x="15427" y="6106"/>
                      <a:pt x="15329" y="9110"/>
                    </a:cubicBezTo>
                    <a:cubicBezTo>
                      <a:pt x="14725" y="7047"/>
                      <a:pt x="14543" y="4885"/>
                      <a:pt x="14781" y="2625"/>
                    </a:cubicBezTo>
                    <a:lnTo>
                      <a:pt x="14781" y="2625"/>
                    </a:lnTo>
                    <a:cubicBezTo>
                      <a:pt x="13883" y="3018"/>
                      <a:pt x="13027" y="3355"/>
                      <a:pt x="12114" y="3650"/>
                    </a:cubicBezTo>
                    <a:cubicBezTo>
                      <a:pt x="12171" y="5924"/>
                      <a:pt x="12620" y="8114"/>
                      <a:pt x="13518" y="10093"/>
                    </a:cubicBezTo>
                    <a:cubicBezTo>
                      <a:pt x="11763" y="7959"/>
                      <a:pt x="9461" y="6233"/>
                      <a:pt x="6808" y="4871"/>
                    </a:cubicBezTo>
                    <a:cubicBezTo>
                      <a:pt x="6485" y="5152"/>
                      <a:pt x="6078" y="5489"/>
                      <a:pt x="5741" y="5770"/>
                    </a:cubicBezTo>
                    <a:cubicBezTo>
                      <a:pt x="8001" y="6780"/>
                      <a:pt x="9925" y="8226"/>
                      <a:pt x="11427" y="9925"/>
                    </a:cubicBezTo>
                    <a:cubicBezTo>
                      <a:pt x="8100" y="8324"/>
                      <a:pt x="4141" y="7482"/>
                      <a:pt x="0" y="7412"/>
                    </a:cubicBezTo>
                    <a:lnTo>
                      <a:pt x="0" y="7412"/>
                    </a:lnTo>
                    <a:cubicBezTo>
                      <a:pt x="435" y="7707"/>
                      <a:pt x="885" y="7889"/>
                      <a:pt x="1278" y="8198"/>
                    </a:cubicBezTo>
                    <a:cubicBezTo>
                      <a:pt x="4941" y="8395"/>
                      <a:pt x="8128" y="9784"/>
                      <a:pt x="10654" y="11693"/>
                    </a:cubicBezTo>
                    <a:cubicBezTo>
                      <a:pt x="13181" y="13602"/>
                      <a:pt x="15259" y="15834"/>
                      <a:pt x="16873" y="18487"/>
                    </a:cubicBezTo>
                    <a:cubicBezTo>
                      <a:pt x="17842" y="17940"/>
                      <a:pt x="18768" y="17463"/>
                      <a:pt x="19807" y="17042"/>
                    </a:cubicBezTo>
                    <a:cubicBezTo>
                      <a:pt x="17055" y="12157"/>
                      <a:pt x="16859" y="5966"/>
                      <a:pt x="19245" y="98"/>
                    </a:cubicBezTo>
                    <a:lnTo>
                      <a:pt x="19245" y="98"/>
                    </a:lnTo>
                    <a:cubicBezTo>
                      <a:pt x="19066" y="132"/>
                      <a:pt x="18885" y="148"/>
                      <a:pt x="18706" y="148"/>
                    </a:cubicBezTo>
                    <a:cubicBezTo>
                      <a:pt x="18368" y="148"/>
                      <a:pt x="18037" y="92"/>
                      <a:pt x="1774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8" name="Google Shape;578;p26"/>
              <p:cNvSpPr/>
              <p:nvPr/>
            </p:nvSpPr>
            <p:spPr>
              <a:xfrm>
                <a:off x="2946150" y="2418550"/>
                <a:ext cx="742950" cy="575475"/>
              </a:xfrm>
              <a:custGeom>
                <a:rect b="b" l="l" r="r" t="t"/>
                <a:pathLst>
                  <a:path extrusionOk="0" h="23019" w="29718">
                    <a:moveTo>
                      <a:pt x="21118" y="0"/>
                    </a:moveTo>
                    <a:cubicBezTo>
                      <a:pt x="19615" y="0"/>
                      <a:pt x="18079" y="634"/>
                      <a:pt x="17126" y="1794"/>
                    </a:cubicBezTo>
                    <a:cubicBezTo>
                      <a:pt x="16942" y="1678"/>
                      <a:pt x="16723" y="1626"/>
                      <a:pt x="16494" y="1626"/>
                    </a:cubicBezTo>
                    <a:cubicBezTo>
                      <a:pt x="15920" y="1626"/>
                      <a:pt x="15288" y="1954"/>
                      <a:pt x="15007" y="2426"/>
                    </a:cubicBezTo>
                    <a:cubicBezTo>
                      <a:pt x="14219" y="1697"/>
                      <a:pt x="13170" y="1358"/>
                      <a:pt x="12101" y="1358"/>
                    </a:cubicBezTo>
                    <a:cubicBezTo>
                      <a:pt x="11130" y="1358"/>
                      <a:pt x="10143" y="1638"/>
                      <a:pt x="9321" y="2159"/>
                    </a:cubicBezTo>
                    <a:cubicBezTo>
                      <a:pt x="7609" y="3268"/>
                      <a:pt x="6416" y="5205"/>
                      <a:pt x="6149" y="7212"/>
                    </a:cubicBezTo>
                    <a:cubicBezTo>
                      <a:pt x="5545" y="7241"/>
                      <a:pt x="4956" y="7549"/>
                      <a:pt x="4605" y="8027"/>
                    </a:cubicBezTo>
                    <a:cubicBezTo>
                      <a:pt x="4254" y="8504"/>
                      <a:pt x="4128" y="9192"/>
                      <a:pt x="4282" y="9767"/>
                    </a:cubicBezTo>
                    <a:cubicBezTo>
                      <a:pt x="2710" y="10160"/>
                      <a:pt x="1292" y="11255"/>
                      <a:pt x="604" y="12743"/>
                    </a:cubicBezTo>
                    <a:cubicBezTo>
                      <a:pt x="57" y="13936"/>
                      <a:pt x="1" y="15340"/>
                      <a:pt x="478" y="16533"/>
                    </a:cubicBezTo>
                    <a:cubicBezTo>
                      <a:pt x="604" y="16856"/>
                      <a:pt x="759" y="17151"/>
                      <a:pt x="955" y="17432"/>
                    </a:cubicBezTo>
                    <a:cubicBezTo>
                      <a:pt x="1717" y="18540"/>
                      <a:pt x="3031" y="19212"/>
                      <a:pt x="4364" y="19212"/>
                    </a:cubicBezTo>
                    <a:cubicBezTo>
                      <a:pt x="4651" y="19212"/>
                      <a:pt x="4939" y="19181"/>
                      <a:pt x="5223" y="19116"/>
                    </a:cubicBezTo>
                    <a:lnTo>
                      <a:pt x="5223" y="19116"/>
                    </a:lnTo>
                    <a:cubicBezTo>
                      <a:pt x="4731" y="19664"/>
                      <a:pt x="4815" y="20646"/>
                      <a:pt x="5405" y="21081"/>
                    </a:cubicBezTo>
                    <a:cubicBezTo>
                      <a:pt x="5636" y="21248"/>
                      <a:pt x="5937" y="21328"/>
                      <a:pt x="6243" y="21328"/>
                    </a:cubicBezTo>
                    <a:cubicBezTo>
                      <a:pt x="6736" y="21328"/>
                      <a:pt x="7240" y="21120"/>
                      <a:pt x="7483" y="20730"/>
                    </a:cubicBezTo>
                    <a:cubicBezTo>
                      <a:pt x="7623" y="21769"/>
                      <a:pt x="8493" y="22611"/>
                      <a:pt x="9504" y="22892"/>
                    </a:cubicBezTo>
                    <a:cubicBezTo>
                      <a:pt x="9816" y="22979"/>
                      <a:pt x="10136" y="23019"/>
                      <a:pt x="10457" y="23019"/>
                    </a:cubicBezTo>
                    <a:cubicBezTo>
                      <a:pt x="11175" y="23019"/>
                      <a:pt x="11896" y="22819"/>
                      <a:pt x="12536" y="22499"/>
                    </a:cubicBezTo>
                    <a:cubicBezTo>
                      <a:pt x="13462" y="22050"/>
                      <a:pt x="14305" y="21376"/>
                      <a:pt x="15077" y="20674"/>
                    </a:cubicBezTo>
                    <a:cubicBezTo>
                      <a:pt x="15231" y="20730"/>
                      <a:pt x="15392" y="20756"/>
                      <a:pt x="15553" y="20756"/>
                    </a:cubicBezTo>
                    <a:cubicBezTo>
                      <a:pt x="16126" y="20756"/>
                      <a:pt x="16693" y="20422"/>
                      <a:pt x="16902" y="19874"/>
                    </a:cubicBezTo>
                    <a:cubicBezTo>
                      <a:pt x="17333" y="20063"/>
                      <a:pt x="17810" y="20156"/>
                      <a:pt x="18288" y="20156"/>
                    </a:cubicBezTo>
                    <a:cubicBezTo>
                      <a:pt x="18913" y="20156"/>
                      <a:pt x="19541" y="19996"/>
                      <a:pt x="20074" y="19678"/>
                    </a:cubicBezTo>
                    <a:cubicBezTo>
                      <a:pt x="21043" y="19130"/>
                      <a:pt x="21688" y="18091"/>
                      <a:pt x="21815" y="17011"/>
                    </a:cubicBezTo>
                    <a:cubicBezTo>
                      <a:pt x="22152" y="17127"/>
                      <a:pt x="22520" y="17196"/>
                      <a:pt x="22881" y="17196"/>
                    </a:cubicBezTo>
                    <a:cubicBezTo>
                      <a:pt x="23346" y="17196"/>
                      <a:pt x="23802" y="17083"/>
                      <a:pt x="24173" y="16814"/>
                    </a:cubicBezTo>
                    <a:cubicBezTo>
                      <a:pt x="24819" y="16337"/>
                      <a:pt x="25268" y="15635"/>
                      <a:pt x="25240" y="14835"/>
                    </a:cubicBezTo>
                    <a:cubicBezTo>
                      <a:pt x="26110" y="14680"/>
                      <a:pt x="26980" y="14372"/>
                      <a:pt x="27710" y="13880"/>
                    </a:cubicBezTo>
                    <a:cubicBezTo>
                      <a:pt x="28454" y="13403"/>
                      <a:pt x="29058" y="12673"/>
                      <a:pt x="29311" y="11817"/>
                    </a:cubicBezTo>
                    <a:cubicBezTo>
                      <a:pt x="29577" y="10960"/>
                      <a:pt x="29521" y="9908"/>
                      <a:pt x="28946" y="9220"/>
                    </a:cubicBezTo>
                    <a:cubicBezTo>
                      <a:pt x="29437" y="8995"/>
                      <a:pt x="29718" y="8420"/>
                      <a:pt x="29619" y="7886"/>
                    </a:cubicBezTo>
                    <a:cubicBezTo>
                      <a:pt x="29535" y="7339"/>
                      <a:pt x="29100" y="6876"/>
                      <a:pt x="28553" y="6707"/>
                    </a:cubicBezTo>
                    <a:cubicBezTo>
                      <a:pt x="28960" y="5963"/>
                      <a:pt x="28833" y="4952"/>
                      <a:pt x="28286" y="4307"/>
                    </a:cubicBezTo>
                    <a:cubicBezTo>
                      <a:pt x="27977" y="3942"/>
                      <a:pt x="27514" y="3675"/>
                      <a:pt x="27022" y="3577"/>
                    </a:cubicBezTo>
                    <a:cubicBezTo>
                      <a:pt x="26880" y="3543"/>
                      <a:pt x="26735" y="3527"/>
                      <a:pt x="26591" y="3527"/>
                    </a:cubicBezTo>
                    <a:cubicBezTo>
                      <a:pt x="26380" y="3527"/>
                      <a:pt x="26170" y="3561"/>
                      <a:pt x="25970" y="3619"/>
                    </a:cubicBezTo>
                    <a:cubicBezTo>
                      <a:pt x="25450" y="1864"/>
                      <a:pt x="23906" y="460"/>
                      <a:pt x="22109" y="96"/>
                    </a:cubicBezTo>
                    <a:cubicBezTo>
                      <a:pt x="21785" y="32"/>
                      <a:pt x="21453" y="0"/>
                      <a:pt x="2111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9" name="Google Shape;579;p26"/>
              <p:cNvSpPr/>
              <p:nvPr/>
            </p:nvSpPr>
            <p:spPr>
              <a:xfrm>
                <a:off x="2958075" y="2508650"/>
                <a:ext cx="731025" cy="485375"/>
              </a:xfrm>
              <a:custGeom>
                <a:rect b="b" l="l" r="r" t="t"/>
                <a:pathLst>
                  <a:path extrusionOk="0" h="19415" w="29241">
                    <a:moveTo>
                      <a:pt x="26517" y="1"/>
                    </a:moveTo>
                    <a:lnTo>
                      <a:pt x="26517" y="1"/>
                    </a:lnTo>
                    <a:cubicBezTo>
                      <a:pt x="26925" y="282"/>
                      <a:pt x="27177" y="759"/>
                      <a:pt x="27247" y="1250"/>
                    </a:cubicBezTo>
                    <a:cubicBezTo>
                      <a:pt x="27360" y="1896"/>
                      <a:pt x="27135" y="2584"/>
                      <a:pt x="26798" y="3145"/>
                    </a:cubicBezTo>
                    <a:cubicBezTo>
                      <a:pt x="26447" y="3721"/>
                      <a:pt x="26054" y="4310"/>
                      <a:pt x="25605" y="4788"/>
                    </a:cubicBezTo>
                    <a:cubicBezTo>
                      <a:pt x="26433" y="4816"/>
                      <a:pt x="27149" y="5546"/>
                      <a:pt x="27219" y="6374"/>
                    </a:cubicBezTo>
                    <a:cubicBezTo>
                      <a:pt x="27304" y="7202"/>
                      <a:pt x="26798" y="8002"/>
                      <a:pt x="26096" y="8423"/>
                    </a:cubicBezTo>
                    <a:cubicBezTo>
                      <a:pt x="25639" y="8684"/>
                      <a:pt x="25135" y="8812"/>
                      <a:pt x="24626" y="8812"/>
                    </a:cubicBezTo>
                    <a:cubicBezTo>
                      <a:pt x="24339" y="8812"/>
                      <a:pt x="24050" y="8771"/>
                      <a:pt x="23766" y="8690"/>
                    </a:cubicBezTo>
                    <a:lnTo>
                      <a:pt x="23766" y="8690"/>
                    </a:lnTo>
                    <a:cubicBezTo>
                      <a:pt x="23780" y="9546"/>
                      <a:pt x="23289" y="10389"/>
                      <a:pt x="22531" y="10810"/>
                    </a:cubicBezTo>
                    <a:cubicBezTo>
                      <a:pt x="22155" y="11019"/>
                      <a:pt x="21755" y="11127"/>
                      <a:pt x="21359" y="11127"/>
                    </a:cubicBezTo>
                    <a:cubicBezTo>
                      <a:pt x="20958" y="11127"/>
                      <a:pt x="20561" y="11015"/>
                      <a:pt x="20201" y="10782"/>
                    </a:cubicBezTo>
                    <a:lnTo>
                      <a:pt x="20201" y="10782"/>
                    </a:lnTo>
                    <a:cubicBezTo>
                      <a:pt x="20229" y="12129"/>
                      <a:pt x="19485" y="13477"/>
                      <a:pt x="18306" y="14122"/>
                    </a:cubicBezTo>
                    <a:cubicBezTo>
                      <a:pt x="17776" y="14413"/>
                      <a:pt x="17158" y="14552"/>
                      <a:pt x="16537" y="14552"/>
                    </a:cubicBezTo>
                    <a:cubicBezTo>
                      <a:pt x="15775" y="14552"/>
                      <a:pt x="15008" y="14342"/>
                      <a:pt x="14389" y="13940"/>
                    </a:cubicBezTo>
                    <a:cubicBezTo>
                      <a:pt x="14038" y="15512"/>
                      <a:pt x="12747" y="16832"/>
                      <a:pt x="11175" y="17197"/>
                    </a:cubicBezTo>
                    <a:cubicBezTo>
                      <a:pt x="10954" y="17249"/>
                      <a:pt x="10720" y="17282"/>
                      <a:pt x="10486" y="17282"/>
                    </a:cubicBezTo>
                    <a:cubicBezTo>
                      <a:pt x="10155" y="17282"/>
                      <a:pt x="9826" y="17215"/>
                      <a:pt x="9546" y="17042"/>
                    </a:cubicBezTo>
                    <a:cubicBezTo>
                      <a:pt x="9181" y="16790"/>
                      <a:pt x="8929" y="16397"/>
                      <a:pt x="8788" y="15975"/>
                    </a:cubicBezTo>
                    <a:cubicBezTo>
                      <a:pt x="8676" y="15554"/>
                      <a:pt x="8606" y="15077"/>
                      <a:pt x="8564" y="14642"/>
                    </a:cubicBezTo>
                    <a:cubicBezTo>
                      <a:pt x="8313" y="14885"/>
                      <a:pt x="7968" y="15006"/>
                      <a:pt x="7622" y="15006"/>
                    </a:cubicBezTo>
                    <a:cubicBezTo>
                      <a:pt x="7368" y="15006"/>
                      <a:pt x="7113" y="14941"/>
                      <a:pt x="6893" y="14810"/>
                    </a:cubicBezTo>
                    <a:cubicBezTo>
                      <a:pt x="6388" y="14473"/>
                      <a:pt x="6079" y="13729"/>
                      <a:pt x="6262" y="13168"/>
                    </a:cubicBezTo>
                    <a:lnTo>
                      <a:pt x="6262" y="13168"/>
                    </a:lnTo>
                    <a:cubicBezTo>
                      <a:pt x="5404" y="13814"/>
                      <a:pt x="4309" y="14168"/>
                      <a:pt x="3220" y="14168"/>
                    </a:cubicBezTo>
                    <a:cubicBezTo>
                      <a:pt x="2936" y="14168"/>
                      <a:pt x="2652" y="14144"/>
                      <a:pt x="2373" y="14094"/>
                    </a:cubicBezTo>
                    <a:cubicBezTo>
                      <a:pt x="1489" y="13912"/>
                      <a:pt x="675" y="13505"/>
                      <a:pt x="1" y="12929"/>
                    </a:cubicBezTo>
                    <a:lnTo>
                      <a:pt x="1" y="12929"/>
                    </a:lnTo>
                    <a:cubicBezTo>
                      <a:pt x="127" y="13252"/>
                      <a:pt x="282" y="13547"/>
                      <a:pt x="478" y="13828"/>
                    </a:cubicBezTo>
                    <a:cubicBezTo>
                      <a:pt x="1240" y="14936"/>
                      <a:pt x="2554" y="15608"/>
                      <a:pt x="3887" y="15608"/>
                    </a:cubicBezTo>
                    <a:cubicBezTo>
                      <a:pt x="4174" y="15608"/>
                      <a:pt x="4462" y="15577"/>
                      <a:pt x="4746" y="15512"/>
                    </a:cubicBezTo>
                    <a:lnTo>
                      <a:pt x="4746" y="15512"/>
                    </a:lnTo>
                    <a:cubicBezTo>
                      <a:pt x="4254" y="16060"/>
                      <a:pt x="4338" y="17042"/>
                      <a:pt x="4928" y="17477"/>
                    </a:cubicBezTo>
                    <a:cubicBezTo>
                      <a:pt x="5159" y="17644"/>
                      <a:pt x="5460" y="17724"/>
                      <a:pt x="5766" y="17724"/>
                    </a:cubicBezTo>
                    <a:cubicBezTo>
                      <a:pt x="6259" y="17724"/>
                      <a:pt x="6763" y="17516"/>
                      <a:pt x="7006" y="17126"/>
                    </a:cubicBezTo>
                    <a:cubicBezTo>
                      <a:pt x="7146" y="18165"/>
                      <a:pt x="8016" y="19007"/>
                      <a:pt x="9027" y="19288"/>
                    </a:cubicBezTo>
                    <a:cubicBezTo>
                      <a:pt x="9339" y="19375"/>
                      <a:pt x="9659" y="19415"/>
                      <a:pt x="9980" y="19415"/>
                    </a:cubicBezTo>
                    <a:cubicBezTo>
                      <a:pt x="10698" y="19415"/>
                      <a:pt x="11419" y="19215"/>
                      <a:pt x="12059" y="18895"/>
                    </a:cubicBezTo>
                    <a:cubicBezTo>
                      <a:pt x="12985" y="18446"/>
                      <a:pt x="13828" y="17772"/>
                      <a:pt x="14600" y="17070"/>
                    </a:cubicBezTo>
                    <a:cubicBezTo>
                      <a:pt x="14754" y="17126"/>
                      <a:pt x="14915" y="17152"/>
                      <a:pt x="15076" y="17152"/>
                    </a:cubicBezTo>
                    <a:cubicBezTo>
                      <a:pt x="15649" y="17152"/>
                      <a:pt x="16216" y="16818"/>
                      <a:pt x="16425" y="16270"/>
                    </a:cubicBezTo>
                    <a:cubicBezTo>
                      <a:pt x="16856" y="16459"/>
                      <a:pt x="17333" y="16552"/>
                      <a:pt x="17811" y="16552"/>
                    </a:cubicBezTo>
                    <a:cubicBezTo>
                      <a:pt x="18436" y="16552"/>
                      <a:pt x="19064" y="16392"/>
                      <a:pt x="19597" y="16074"/>
                    </a:cubicBezTo>
                    <a:cubicBezTo>
                      <a:pt x="20566" y="15526"/>
                      <a:pt x="21211" y="14487"/>
                      <a:pt x="21338" y="13407"/>
                    </a:cubicBezTo>
                    <a:cubicBezTo>
                      <a:pt x="21675" y="13523"/>
                      <a:pt x="22043" y="13592"/>
                      <a:pt x="22404" y="13592"/>
                    </a:cubicBezTo>
                    <a:cubicBezTo>
                      <a:pt x="22869" y="13592"/>
                      <a:pt x="23325" y="13479"/>
                      <a:pt x="23696" y="13210"/>
                    </a:cubicBezTo>
                    <a:cubicBezTo>
                      <a:pt x="24342" y="12733"/>
                      <a:pt x="24791" y="12031"/>
                      <a:pt x="24763" y="11231"/>
                    </a:cubicBezTo>
                    <a:cubicBezTo>
                      <a:pt x="25633" y="11076"/>
                      <a:pt x="26503" y="10768"/>
                      <a:pt x="27233" y="10276"/>
                    </a:cubicBezTo>
                    <a:cubicBezTo>
                      <a:pt x="27977" y="9799"/>
                      <a:pt x="28581" y="9069"/>
                      <a:pt x="28834" y="8213"/>
                    </a:cubicBezTo>
                    <a:cubicBezTo>
                      <a:pt x="29100" y="7356"/>
                      <a:pt x="29044" y="6304"/>
                      <a:pt x="28469" y="5616"/>
                    </a:cubicBezTo>
                    <a:cubicBezTo>
                      <a:pt x="28960" y="5391"/>
                      <a:pt x="29241" y="4816"/>
                      <a:pt x="29142" y="4282"/>
                    </a:cubicBezTo>
                    <a:cubicBezTo>
                      <a:pt x="29058" y="3735"/>
                      <a:pt x="28623" y="3272"/>
                      <a:pt x="28047" y="3145"/>
                    </a:cubicBezTo>
                    <a:cubicBezTo>
                      <a:pt x="28441" y="2387"/>
                      <a:pt x="28328" y="1391"/>
                      <a:pt x="27781" y="745"/>
                    </a:cubicBezTo>
                    <a:cubicBezTo>
                      <a:pt x="27458" y="366"/>
                      <a:pt x="27009" y="113"/>
                      <a:pt x="26517" y="1"/>
                    </a:cubicBezTo>
                    <a:close/>
                  </a:path>
                </a:pathLst>
              </a:custGeom>
              <a:solidFill>
                <a:srgbClr val="FBF7E4">
                  <a:alpha val="22745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0" name="Google Shape;580;p26"/>
              <p:cNvSpPr/>
              <p:nvPr/>
            </p:nvSpPr>
            <p:spPr>
              <a:xfrm>
                <a:off x="3059500" y="2654525"/>
                <a:ext cx="104250" cy="125775"/>
              </a:xfrm>
              <a:custGeom>
                <a:rect b="b" l="l" r="r" t="t"/>
                <a:pathLst>
                  <a:path extrusionOk="0" h="5031" w="4170">
                    <a:moveTo>
                      <a:pt x="3937" y="0"/>
                    </a:moveTo>
                    <a:cubicBezTo>
                      <a:pt x="3383" y="0"/>
                      <a:pt x="2832" y="89"/>
                      <a:pt x="2303" y="286"/>
                    </a:cubicBezTo>
                    <a:cubicBezTo>
                      <a:pt x="1685" y="511"/>
                      <a:pt x="1124" y="904"/>
                      <a:pt x="703" y="1437"/>
                    </a:cubicBezTo>
                    <a:cubicBezTo>
                      <a:pt x="281" y="1943"/>
                      <a:pt x="1" y="2602"/>
                      <a:pt x="15" y="3290"/>
                    </a:cubicBezTo>
                    <a:cubicBezTo>
                      <a:pt x="15" y="3964"/>
                      <a:pt x="281" y="4638"/>
                      <a:pt x="787" y="5031"/>
                    </a:cubicBezTo>
                    <a:cubicBezTo>
                      <a:pt x="478" y="4483"/>
                      <a:pt x="380" y="3866"/>
                      <a:pt x="436" y="3304"/>
                    </a:cubicBezTo>
                    <a:cubicBezTo>
                      <a:pt x="506" y="2743"/>
                      <a:pt x="759" y="2223"/>
                      <a:pt x="1124" y="1788"/>
                    </a:cubicBezTo>
                    <a:cubicBezTo>
                      <a:pt x="1489" y="1339"/>
                      <a:pt x="1952" y="974"/>
                      <a:pt x="2471" y="693"/>
                    </a:cubicBezTo>
                    <a:cubicBezTo>
                      <a:pt x="3005" y="412"/>
                      <a:pt x="3580" y="202"/>
                      <a:pt x="4170" y="5"/>
                    </a:cubicBezTo>
                    <a:cubicBezTo>
                      <a:pt x="4092" y="2"/>
                      <a:pt x="4014" y="0"/>
                      <a:pt x="393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1" name="Google Shape;581;p26"/>
              <p:cNvSpPr/>
              <p:nvPr/>
            </p:nvSpPr>
            <p:spPr>
              <a:xfrm>
                <a:off x="3462725" y="2625525"/>
                <a:ext cx="74425" cy="78700"/>
              </a:xfrm>
              <a:custGeom>
                <a:rect b="b" l="l" r="r" t="t"/>
                <a:pathLst>
                  <a:path extrusionOk="0" h="3148" w="2977">
                    <a:moveTo>
                      <a:pt x="2527" y="0"/>
                    </a:moveTo>
                    <a:lnTo>
                      <a:pt x="2527" y="0"/>
                    </a:lnTo>
                    <a:cubicBezTo>
                      <a:pt x="2710" y="365"/>
                      <a:pt x="2738" y="772"/>
                      <a:pt x="2640" y="1137"/>
                    </a:cubicBezTo>
                    <a:cubicBezTo>
                      <a:pt x="2555" y="1516"/>
                      <a:pt x="2359" y="1839"/>
                      <a:pt x="2106" y="2120"/>
                    </a:cubicBezTo>
                    <a:cubicBezTo>
                      <a:pt x="1839" y="2401"/>
                      <a:pt x="1517" y="2611"/>
                      <a:pt x="1152" y="2766"/>
                    </a:cubicBezTo>
                    <a:cubicBezTo>
                      <a:pt x="801" y="2920"/>
                      <a:pt x="394" y="3032"/>
                      <a:pt x="1" y="3117"/>
                    </a:cubicBezTo>
                    <a:cubicBezTo>
                      <a:pt x="153" y="3137"/>
                      <a:pt x="305" y="3148"/>
                      <a:pt x="457" y="3148"/>
                    </a:cubicBezTo>
                    <a:cubicBezTo>
                      <a:pt x="726" y="3148"/>
                      <a:pt x="995" y="3113"/>
                      <a:pt x="1264" y="3032"/>
                    </a:cubicBezTo>
                    <a:cubicBezTo>
                      <a:pt x="1685" y="2920"/>
                      <a:pt x="2064" y="2695"/>
                      <a:pt x="2387" y="2373"/>
                    </a:cubicBezTo>
                    <a:cubicBezTo>
                      <a:pt x="2696" y="2064"/>
                      <a:pt x="2906" y="1643"/>
                      <a:pt x="2948" y="1193"/>
                    </a:cubicBezTo>
                    <a:cubicBezTo>
                      <a:pt x="2977" y="744"/>
                      <a:pt x="2836" y="281"/>
                      <a:pt x="252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2" name="Google Shape;582;p26"/>
              <p:cNvSpPr/>
              <p:nvPr/>
            </p:nvSpPr>
            <p:spPr>
              <a:xfrm>
                <a:off x="3340600" y="2481375"/>
                <a:ext cx="168825" cy="75725"/>
              </a:xfrm>
              <a:custGeom>
                <a:rect b="b" l="l" r="r" t="t"/>
                <a:pathLst>
                  <a:path extrusionOk="0" h="3029" w="6753">
                    <a:moveTo>
                      <a:pt x="5349" y="1"/>
                    </a:moveTo>
                    <a:cubicBezTo>
                      <a:pt x="5255" y="1"/>
                      <a:pt x="5161" y="9"/>
                      <a:pt x="5068" y="25"/>
                    </a:cubicBezTo>
                    <a:cubicBezTo>
                      <a:pt x="4479" y="123"/>
                      <a:pt x="3945" y="587"/>
                      <a:pt x="3735" y="1162"/>
                    </a:cubicBezTo>
                    <a:cubicBezTo>
                      <a:pt x="3377" y="1003"/>
                      <a:pt x="2982" y="894"/>
                      <a:pt x="2573" y="894"/>
                    </a:cubicBezTo>
                    <a:cubicBezTo>
                      <a:pt x="2548" y="894"/>
                      <a:pt x="2524" y="895"/>
                      <a:pt x="2499" y="895"/>
                    </a:cubicBezTo>
                    <a:cubicBezTo>
                      <a:pt x="1882" y="923"/>
                      <a:pt x="1278" y="1162"/>
                      <a:pt x="843" y="1555"/>
                    </a:cubicBezTo>
                    <a:cubicBezTo>
                      <a:pt x="380" y="1934"/>
                      <a:pt x="71" y="2468"/>
                      <a:pt x="1" y="3029"/>
                    </a:cubicBezTo>
                    <a:cubicBezTo>
                      <a:pt x="295" y="2552"/>
                      <a:pt x="674" y="2159"/>
                      <a:pt x="1110" y="1906"/>
                    </a:cubicBezTo>
                    <a:cubicBezTo>
                      <a:pt x="1545" y="1639"/>
                      <a:pt x="2036" y="1457"/>
                      <a:pt x="2527" y="1443"/>
                    </a:cubicBezTo>
                    <a:cubicBezTo>
                      <a:pt x="2552" y="1442"/>
                      <a:pt x="2577" y="1442"/>
                      <a:pt x="2602" y="1442"/>
                    </a:cubicBezTo>
                    <a:cubicBezTo>
                      <a:pt x="3068" y="1442"/>
                      <a:pt x="3533" y="1566"/>
                      <a:pt x="3973" y="1780"/>
                    </a:cubicBezTo>
                    <a:cubicBezTo>
                      <a:pt x="4422" y="2018"/>
                      <a:pt x="4829" y="2355"/>
                      <a:pt x="5166" y="2818"/>
                    </a:cubicBezTo>
                    <a:cubicBezTo>
                      <a:pt x="5040" y="2243"/>
                      <a:pt x="4689" y="1738"/>
                      <a:pt x="4198" y="1415"/>
                    </a:cubicBezTo>
                    <a:cubicBezTo>
                      <a:pt x="4198" y="1415"/>
                      <a:pt x="4184" y="1387"/>
                      <a:pt x="4156" y="1387"/>
                    </a:cubicBezTo>
                    <a:cubicBezTo>
                      <a:pt x="4366" y="951"/>
                      <a:pt x="4773" y="544"/>
                      <a:pt x="5237" y="404"/>
                    </a:cubicBezTo>
                    <a:cubicBezTo>
                      <a:pt x="5371" y="363"/>
                      <a:pt x="5511" y="344"/>
                      <a:pt x="5653" y="344"/>
                    </a:cubicBezTo>
                    <a:cubicBezTo>
                      <a:pt x="6044" y="344"/>
                      <a:pt x="6443" y="490"/>
                      <a:pt x="6753" y="727"/>
                    </a:cubicBezTo>
                    <a:cubicBezTo>
                      <a:pt x="6441" y="272"/>
                      <a:pt x="5895" y="1"/>
                      <a:pt x="534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3" name="Google Shape;583;p26"/>
              <p:cNvSpPr/>
              <p:nvPr/>
            </p:nvSpPr>
            <p:spPr>
              <a:xfrm>
                <a:off x="3189700" y="2607100"/>
                <a:ext cx="144250" cy="93900"/>
              </a:xfrm>
              <a:custGeom>
                <a:rect b="b" l="l" r="r" t="t"/>
                <a:pathLst>
                  <a:path extrusionOk="0" h="3756" w="5770">
                    <a:moveTo>
                      <a:pt x="4633" y="0"/>
                    </a:moveTo>
                    <a:cubicBezTo>
                      <a:pt x="4505" y="0"/>
                      <a:pt x="4378" y="12"/>
                      <a:pt x="4254" y="35"/>
                    </a:cubicBezTo>
                    <a:cubicBezTo>
                      <a:pt x="3720" y="106"/>
                      <a:pt x="3201" y="358"/>
                      <a:pt x="2808" y="765"/>
                    </a:cubicBezTo>
                    <a:cubicBezTo>
                      <a:pt x="2541" y="1060"/>
                      <a:pt x="2359" y="1411"/>
                      <a:pt x="2247" y="1790"/>
                    </a:cubicBezTo>
                    <a:cubicBezTo>
                      <a:pt x="2063" y="1714"/>
                      <a:pt x="1861" y="1676"/>
                      <a:pt x="1657" y="1676"/>
                    </a:cubicBezTo>
                    <a:cubicBezTo>
                      <a:pt x="1302" y="1676"/>
                      <a:pt x="942" y="1791"/>
                      <a:pt x="674" y="2015"/>
                    </a:cubicBezTo>
                    <a:cubicBezTo>
                      <a:pt x="211" y="2380"/>
                      <a:pt x="1" y="3025"/>
                      <a:pt x="127" y="3587"/>
                    </a:cubicBezTo>
                    <a:cubicBezTo>
                      <a:pt x="155" y="3096"/>
                      <a:pt x="408" y="2604"/>
                      <a:pt x="829" y="2352"/>
                    </a:cubicBezTo>
                    <a:cubicBezTo>
                      <a:pt x="1054" y="2204"/>
                      <a:pt x="1333" y="2137"/>
                      <a:pt x="1616" y="2137"/>
                    </a:cubicBezTo>
                    <a:cubicBezTo>
                      <a:pt x="1791" y="2137"/>
                      <a:pt x="1968" y="2163"/>
                      <a:pt x="2134" y="2211"/>
                    </a:cubicBezTo>
                    <a:lnTo>
                      <a:pt x="2134" y="2239"/>
                    </a:lnTo>
                    <a:cubicBezTo>
                      <a:pt x="2106" y="2787"/>
                      <a:pt x="2233" y="3334"/>
                      <a:pt x="2541" y="3755"/>
                    </a:cubicBezTo>
                    <a:cubicBezTo>
                      <a:pt x="2415" y="3264"/>
                      <a:pt x="2443" y="2773"/>
                      <a:pt x="2541" y="2309"/>
                    </a:cubicBezTo>
                    <a:cubicBezTo>
                      <a:pt x="2654" y="1874"/>
                      <a:pt x="2864" y="1453"/>
                      <a:pt x="3173" y="1116"/>
                    </a:cubicBezTo>
                    <a:cubicBezTo>
                      <a:pt x="3482" y="807"/>
                      <a:pt x="3903" y="555"/>
                      <a:pt x="4338" y="414"/>
                    </a:cubicBezTo>
                    <a:cubicBezTo>
                      <a:pt x="4610" y="327"/>
                      <a:pt x="4904" y="283"/>
                      <a:pt x="5210" y="283"/>
                    </a:cubicBezTo>
                    <a:cubicBezTo>
                      <a:pt x="5393" y="283"/>
                      <a:pt x="5580" y="299"/>
                      <a:pt x="5770" y="330"/>
                    </a:cubicBezTo>
                    <a:cubicBezTo>
                      <a:pt x="5449" y="117"/>
                      <a:pt x="5040" y="0"/>
                      <a:pt x="463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4" name="Google Shape;584;p26"/>
              <p:cNvSpPr/>
              <p:nvPr/>
            </p:nvSpPr>
            <p:spPr>
              <a:xfrm>
                <a:off x="2893525" y="1748175"/>
                <a:ext cx="362525" cy="298325"/>
              </a:xfrm>
              <a:custGeom>
                <a:rect b="b" l="l" r="r" t="t"/>
                <a:pathLst>
                  <a:path extrusionOk="0" h="11933" w="14501">
                    <a:moveTo>
                      <a:pt x="0" y="1"/>
                    </a:moveTo>
                    <a:lnTo>
                      <a:pt x="0" y="1"/>
                    </a:lnTo>
                    <a:cubicBezTo>
                      <a:pt x="197" y="296"/>
                      <a:pt x="449" y="534"/>
                      <a:pt x="604" y="857"/>
                    </a:cubicBezTo>
                    <a:cubicBezTo>
                      <a:pt x="2920" y="2036"/>
                      <a:pt x="4562" y="3833"/>
                      <a:pt x="5657" y="5784"/>
                    </a:cubicBezTo>
                    <a:cubicBezTo>
                      <a:pt x="6738" y="7735"/>
                      <a:pt x="7426" y="9771"/>
                      <a:pt x="7721" y="11933"/>
                    </a:cubicBezTo>
                    <a:cubicBezTo>
                      <a:pt x="8333" y="11855"/>
                      <a:pt x="8927" y="11830"/>
                      <a:pt x="9539" y="11830"/>
                    </a:cubicBezTo>
                    <a:cubicBezTo>
                      <a:pt x="9699" y="11830"/>
                      <a:pt x="9860" y="11831"/>
                      <a:pt x="10023" y="11834"/>
                    </a:cubicBezTo>
                    <a:cubicBezTo>
                      <a:pt x="9658" y="7904"/>
                      <a:pt x="11272" y="3875"/>
                      <a:pt x="14501" y="773"/>
                    </a:cubicBezTo>
                    <a:cubicBezTo>
                      <a:pt x="14136" y="703"/>
                      <a:pt x="13813" y="506"/>
                      <a:pt x="13574" y="282"/>
                    </a:cubicBezTo>
                    <a:cubicBezTo>
                      <a:pt x="11777" y="1784"/>
                      <a:pt x="10318" y="3552"/>
                      <a:pt x="9405" y="5447"/>
                    </a:cubicBezTo>
                    <a:cubicBezTo>
                      <a:pt x="9602" y="3945"/>
                      <a:pt x="10107" y="2500"/>
                      <a:pt x="10907" y="1124"/>
                    </a:cubicBezTo>
                    <a:cubicBezTo>
                      <a:pt x="10219" y="1124"/>
                      <a:pt x="9574" y="1082"/>
                      <a:pt x="8886" y="1026"/>
                    </a:cubicBezTo>
                    <a:cubicBezTo>
                      <a:pt x="8268" y="2500"/>
                      <a:pt x="7931" y="4044"/>
                      <a:pt x="7959" y="5574"/>
                    </a:cubicBezTo>
                    <a:cubicBezTo>
                      <a:pt x="7426" y="3693"/>
                      <a:pt x="6443" y="1924"/>
                      <a:pt x="5124" y="296"/>
                    </a:cubicBezTo>
                    <a:cubicBezTo>
                      <a:pt x="4829" y="380"/>
                      <a:pt x="4478" y="492"/>
                      <a:pt x="4183" y="576"/>
                    </a:cubicBezTo>
                    <a:cubicBezTo>
                      <a:pt x="5362" y="1868"/>
                      <a:pt x="6162" y="3342"/>
                      <a:pt x="6654" y="4872"/>
                    </a:cubicBezTo>
                    <a:cubicBezTo>
                      <a:pt x="4969" y="2893"/>
                      <a:pt x="2653" y="1222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5" name="Google Shape;585;p26"/>
              <p:cNvSpPr/>
              <p:nvPr/>
            </p:nvSpPr>
            <p:spPr>
              <a:xfrm>
                <a:off x="2797700" y="1466275"/>
                <a:ext cx="539425" cy="360200"/>
              </a:xfrm>
              <a:custGeom>
                <a:rect b="b" l="l" r="r" t="t"/>
                <a:pathLst>
                  <a:path extrusionOk="0" h="14408" w="21577">
                    <a:moveTo>
                      <a:pt x="10385" y="1"/>
                    </a:moveTo>
                    <a:cubicBezTo>
                      <a:pt x="10198" y="1"/>
                      <a:pt x="10011" y="16"/>
                      <a:pt x="9827" y="47"/>
                    </a:cubicBezTo>
                    <a:cubicBezTo>
                      <a:pt x="8395" y="272"/>
                      <a:pt x="7090" y="1170"/>
                      <a:pt x="6332" y="2391"/>
                    </a:cubicBezTo>
                    <a:cubicBezTo>
                      <a:pt x="6159" y="2326"/>
                      <a:pt x="5980" y="2293"/>
                      <a:pt x="5801" y="2293"/>
                    </a:cubicBezTo>
                    <a:cubicBezTo>
                      <a:pt x="5557" y="2293"/>
                      <a:pt x="5315" y="2354"/>
                      <a:pt x="5096" y="2475"/>
                    </a:cubicBezTo>
                    <a:cubicBezTo>
                      <a:pt x="4731" y="2686"/>
                      <a:pt x="4465" y="3093"/>
                      <a:pt x="4395" y="3514"/>
                    </a:cubicBezTo>
                    <a:cubicBezTo>
                      <a:pt x="4176" y="3476"/>
                      <a:pt x="3954" y="3458"/>
                      <a:pt x="3733" y="3458"/>
                    </a:cubicBezTo>
                    <a:cubicBezTo>
                      <a:pt x="2801" y="3458"/>
                      <a:pt x="1869" y="3786"/>
                      <a:pt x="1166" y="4399"/>
                    </a:cubicBezTo>
                    <a:cubicBezTo>
                      <a:pt x="478" y="5002"/>
                      <a:pt x="43" y="5886"/>
                      <a:pt x="15" y="6799"/>
                    </a:cubicBezTo>
                    <a:cubicBezTo>
                      <a:pt x="1" y="7038"/>
                      <a:pt x="15" y="7290"/>
                      <a:pt x="71" y="7515"/>
                    </a:cubicBezTo>
                    <a:cubicBezTo>
                      <a:pt x="282" y="8652"/>
                      <a:pt x="1208" y="9592"/>
                      <a:pt x="2331" y="9817"/>
                    </a:cubicBezTo>
                    <a:cubicBezTo>
                      <a:pt x="1854" y="10028"/>
                      <a:pt x="1629" y="10673"/>
                      <a:pt x="1896" y="11136"/>
                    </a:cubicBezTo>
                    <a:cubicBezTo>
                      <a:pt x="2068" y="11443"/>
                      <a:pt x="2475" y="11638"/>
                      <a:pt x="2850" y="11638"/>
                    </a:cubicBezTo>
                    <a:cubicBezTo>
                      <a:pt x="3025" y="11638"/>
                      <a:pt x="3194" y="11595"/>
                      <a:pt x="3328" y="11501"/>
                    </a:cubicBezTo>
                    <a:lnTo>
                      <a:pt x="3328" y="11501"/>
                    </a:lnTo>
                    <a:cubicBezTo>
                      <a:pt x="3117" y="12203"/>
                      <a:pt x="3454" y="12989"/>
                      <a:pt x="4016" y="13467"/>
                    </a:cubicBezTo>
                    <a:cubicBezTo>
                      <a:pt x="4538" y="13911"/>
                      <a:pt x="5230" y="14087"/>
                      <a:pt x="5911" y="14087"/>
                    </a:cubicBezTo>
                    <a:cubicBezTo>
                      <a:pt x="5963" y="14087"/>
                      <a:pt x="6014" y="14086"/>
                      <a:pt x="6065" y="14084"/>
                    </a:cubicBezTo>
                    <a:cubicBezTo>
                      <a:pt x="6809" y="14042"/>
                      <a:pt x="7525" y="13846"/>
                      <a:pt x="8227" y="13621"/>
                    </a:cubicBezTo>
                    <a:cubicBezTo>
                      <a:pt x="8418" y="13798"/>
                      <a:pt x="8681" y="13890"/>
                      <a:pt x="8941" y="13890"/>
                    </a:cubicBezTo>
                    <a:cubicBezTo>
                      <a:pt x="9197" y="13890"/>
                      <a:pt x="9450" y="13802"/>
                      <a:pt x="9630" y="13621"/>
                    </a:cubicBezTo>
                    <a:cubicBezTo>
                      <a:pt x="10091" y="14119"/>
                      <a:pt x="10784" y="14407"/>
                      <a:pt x="11473" y="14407"/>
                    </a:cubicBezTo>
                    <a:cubicBezTo>
                      <a:pt x="11561" y="14407"/>
                      <a:pt x="11649" y="14403"/>
                      <a:pt x="11736" y="14393"/>
                    </a:cubicBezTo>
                    <a:cubicBezTo>
                      <a:pt x="12508" y="14309"/>
                      <a:pt x="13224" y="13832"/>
                      <a:pt x="13617" y="13172"/>
                    </a:cubicBezTo>
                    <a:cubicBezTo>
                      <a:pt x="13957" y="13488"/>
                      <a:pt x="14443" y="13736"/>
                      <a:pt x="14913" y="13736"/>
                    </a:cubicBezTo>
                    <a:cubicBezTo>
                      <a:pt x="15006" y="13736"/>
                      <a:pt x="15099" y="13726"/>
                      <a:pt x="15189" y="13705"/>
                    </a:cubicBezTo>
                    <a:cubicBezTo>
                      <a:pt x="15737" y="13565"/>
                      <a:pt x="16228" y="13256"/>
                      <a:pt x="16439" y="12723"/>
                    </a:cubicBezTo>
                    <a:cubicBezTo>
                      <a:pt x="16825" y="12815"/>
                      <a:pt x="17241" y="12870"/>
                      <a:pt x="17651" y="12870"/>
                    </a:cubicBezTo>
                    <a:cubicBezTo>
                      <a:pt x="17868" y="12870"/>
                      <a:pt x="18083" y="12855"/>
                      <a:pt x="18292" y="12821"/>
                    </a:cubicBezTo>
                    <a:cubicBezTo>
                      <a:pt x="18909" y="12709"/>
                      <a:pt x="19513" y="12414"/>
                      <a:pt x="19906" y="11937"/>
                    </a:cubicBezTo>
                    <a:cubicBezTo>
                      <a:pt x="20313" y="11445"/>
                      <a:pt x="20580" y="10743"/>
                      <a:pt x="20397" y="10154"/>
                    </a:cubicBezTo>
                    <a:cubicBezTo>
                      <a:pt x="20790" y="10126"/>
                      <a:pt x="21141" y="9845"/>
                      <a:pt x="21225" y="9480"/>
                    </a:cubicBezTo>
                    <a:cubicBezTo>
                      <a:pt x="21310" y="9115"/>
                      <a:pt x="21169" y="8680"/>
                      <a:pt x="20888" y="8469"/>
                    </a:cubicBezTo>
                    <a:cubicBezTo>
                      <a:pt x="21366" y="8090"/>
                      <a:pt x="21576" y="7431"/>
                      <a:pt x="21394" y="6855"/>
                    </a:cubicBezTo>
                    <a:cubicBezTo>
                      <a:pt x="21310" y="6518"/>
                      <a:pt x="21085" y="6209"/>
                      <a:pt x="20804" y="6013"/>
                    </a:cubicBezTo>
                    <a:cubicBezTo>
                      <a:pt x="20608" y="5858"/>
                      <a:pt x="20369" y="5760"/>
                      <a:pt x="20116" y="5746"/>
                    </a:cubicBezTo>
                    <a:cubicBezTo>
                      <a:pt x="20299" y="4455"/>
                      <a:pt x="19695" y="3107"/>
                      <a:pt x="18642" y="2377"/>
                    </a:cubicBezTo>
                    <a:cubicBezTo>
                      <a:pt x="18020" y="1929"/>
                      <a:pt x="17240" y="1692"/>
                      <a:pt x="16472" y="1692"/>
                    </a:cubicBezTo>
                    <a:cubicBezTo>
                      <a:pt x="15941" y="1692"/>
                      <a:pt x="15415" y="1805"/>
                      <a:pt x="14951" y="2040"/>
                    </a:cubicBezTo>
                    <a:cubicBezTo>
                      <a:pt x="14768" y="1774"/>
                      <a:pt x="14412" y="1641"/>
                      <a:pt x="14062" y="1641"/>
                    </a:cubicBezTo>
                    <a:cubicBezTo>
                      <a:pt x="13822" y="1641"/>
                      <a:pt x="13584" y="1704"/>
                      <a:pt x="13407" y="1830"/>
                    </a:cubicBezTo>
                    <a:cubicBezTo>
                      <a:pt x="12918" y="681"/>
                      <a:pt x="11643" y="1"/>
                      <a:pt x="1038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6" name="Google Shape;586;p26"/>
              <p:cNvSpPr/>
              <p:nvPr/>
            </p:nvSpPr>
            <p:spPr>
              <a:xfrm>
                <a:off x="2797700" y="1618350"/>
                <a:ext cx="539775" cy="208125"/>
              </a:xfrm>
              <a:custGeom>
                <a:rect b="b" l="l" r="r" t="t"/>
                <a:pathLst>
                  <a:path extrusionOk="0" h="8325" w="21591">
                    <a:moveTo>
                      <a:pt x="20818" y="0"/>
                    </a:moveTo>
                    <a:cubicBezTo>
                      <a:pt x="21001" y="295"/>
                      <a:pt x="21029" y="674"/>
                      <a:pt x="20945" y="1011"/>
                    </a:cubicBezTo>
                    <a:cubicBezTo>
                      <a:pt x="20818" y="1446"/>
                      <a:pt x="20481" y="1839"/>
                      <a:pt x="20102" y="2106"/>
                    </a:cubicBezTo>
                    <a:cubicBezTo>
                      <a:pt x="19737" y="2358"/>
                      <a:pt x="19316" y="2639"/>
                      <a:pt x="18867" y="2822"/>
                    </a:cubicBezTo>
                    <a:cubicBezTo>
                      <a:pt x="19400" y="3060"/>
                      <a:pt x="19639" y="3748"/>
                      <a:pt x="19457" y="4295"/>
                    </a:cubicBezTo>
                    <a:cubicBezTo>
                      <a:pt x="19260" y="4843"/>
                      <a:pt x="18713" y="5222"/>
                      <a:pt x="18137" y="5292"/>
                    </a:cubicBezTo>
                    <a:cubicBezTo>
                      <a:pt x="18059" y="5302"/>
                      <a:pt x="17982" y="5306"/>
                      <a:pt x="17905" y="5306"/>
                    </a:cubicBezTo>
                    <a:cubicBezTo>
                      <a:pt x="17412" y="5306"/>
                      <a:pt x="16939" y="5117"/>
                      <a:pt x="16551" y="4801"/>
                    </a:cubicBezTo>
                    <a:cubicBezTo>
                      <a:pt x="16312" y="5362"/>
                      <a:pt x="15751" y="5769"/>
                      <a:pt x="15147" y="5826"/>
                    </a:cubicBezTo>
                    <a:cubicBezTo>
                      <a:pt x="15103" y="5829"/>
                      <a:pt x="15059" y="5830"/>
                      <a:pt x="15015" y="5830"/>
                    </a:cubicBezTo>
                    <a:cubicBezTo>
                      <a:pt x="14474" y="5830"/>
                      <a:pt x="13971" y="5591"/>
                      <a:pt x="13659" y="5124"/>
                    </a:cubicBezTo>
                    <a:cubicBezTo>
                      <a:pt x="13308" y="5994"/>
                      <a:pt x="12438" y="6640"/>
                      <a:pt x="11483" y="6738"/>
                    </a:cubicBezTo>
                    <a:cubicBezTo>
                      <a:pt x="11418" y="6744"/>
                      <a:pt x="11352" y="6747"/>
                      <a:pt x="11286" y="6747"/>
                    </a:cubicBezTo>
                    <a:cubicBezTo>
                      <a:pt x="10403" y="6747"/>
                      <a:pt x="9483" y="6233"/>
                      <a:pt x="9013" y="5489"/>
                    </a:cubicBezTo>
                    <a:cubicBezTo>
                      <a:pt x="8433" y="6257"/>
                      <a:pt x="7485" y="6717"/>
                      <a:pt x="6538" y="6717"/>
                    </a:cubicBezTo>
                    <a:cubicBezTo>
                      <a:pt x="6361" y="6717"/>
                      <a:pt x="6184" y="6701"/>
                      <a:pt x="6009" y="6668"/>
                    </a:cubicBezTo>
                    <a:cubicBezTo>
                      <a:pt x="5630" y="6598"/>
                      <a:pt x="5237" y="6429"/>
                      <a:pt x="5012" y="6106"/>
                    </a:cubicBezTo>
                    <a:cubicBezTo>
                      <a:pt x="4844" y="5840"/>
                      <a:pt x="4788" y="5503"/>
                      <a:pt x="4816" y="5194"/>
                    </a:cubicBezTo>
                    <a:cubicBezTo>
                      <a:pt x="4858" y="4871"/>
                      <a:pt x="4942" y="4562"/>
                      <a:pt x="5054" y="4253"/>
                    </a:cubicBezTo>
                    <a:lnTo>
                      <a:pt x="5054" y="4253"/>
                    </a:lnTo>
                    <a:cubicBezTo>
                      <a:pt x="4953" y="4288"/>
                      <a:pt x="4847" y="4305"/>
                      <a:pt x="4741" y="4305"/>
                    </a:cubicBezTo>
                    <a:cubicBezTo>
                      <a:pt x="4420" y="4305"/>
                      <a:pt x="4100" y="4152"/>
                      <a:pt x="3931" y="3888"/>
                    </a:cubicBezTo>
                    <a:cubicBezTo>
                      <a:pt x="3679" y="3537"/>
                      <a:pt x="3693" y="2962"/>
                      <a:pt x="3973" y="2639"/>
                    </a:cubicBezTo>
                    <a:lnTo>
                      <a:pt x="3973" y="2639"/>
                    </a:lnTo>
                    <a:cubicBezTo>
                      <a:pt x="3712" y="2706"/>
                      <a:pt x="3442" y="2739"/>
                      <a:pt x="3171" y="2739"/>
                    </a:cubicBezTo>
                    <a:cubicBezTo>
                      <a:pt x="2480" y="2739"/>
                      <a:pt x="1783" y="2527"/>
                      <a:pt x="1208" y="2134"/>
                    </a:cubicBezTo>
                    <a:cubicBezTo>
                      <a:pt x="703" y="1783"/>
                      <a:pt x="282" y="1277"/>
                      <a:pt x="15" y="716"/>
                    </a:cubicBezTo>
                    <a:lnTo>
                      <a:pt x="15" y="716"/>
                    </a:lnTo>
                    <a:cubicBezTo>
                      <a:pt x="1" y="955"/>
                      <a:pt x="15" y="1207"/>
                      <a:pt x="71" y="1432"/>
                    </a:cubicBezTo>
                    <a:cubicBezTo>
                      <a:pt x="282" y="2569"/>
                      <a:pt x="1208" y="3509"/>
                      <a:pt x="2331" y="3734"/>
                    </a:cubicBezTo>
                    <a:cubicBezTo>
                      <a:pt x="1854" y="3945"/>
                      <a:pt x="1629" y="4590"/>
                      <a:pt x="1896" y="5053"/>
                    </a:cubicBezTo>
                    <a:cubicBezTo>
                      <a:pt x="2068" y="5360"/>
                      <a:pt x="2475" y="5555"/>
                      <a:pt x="2850" y="5555"/>
                    </a:cubicBezTo>
                    <a:cubicBezTo>
                      <a:pt x="3025" y="5555"/>
                      <a:pt x="3194" y="5512"/>
                      <a:pt x="3328" y="5418"/>
                    </a:cubicBezTo>
                    <a:lnTo>
                      <a:pt x="3328" y="5418"/>
                    </a:lnTo>
                    <a:cubicBezTo>
                      <a:pt x="3117" y="6120"/>
                      <a:pt x="3454" y="6906"/>
                      <a:pt x="4016" y="7384"/>
                    </a:cubicBezTo>
                    <a:cubicBezTo>
                      <a:pt x="4538" y="7828"/>
                      <a:pt x="5230" y="8004"/>
                      <a:pt x="5911" y="8004"/>
                    </a:cubicBezTo>
                    <a:cubicBezTo>
                      <a:pt x="5963" y="8004"/>
                      <a:pt x="6014" y="8003"/>
                      <a:pt x="6065" y="8001"/>
                    </a:cubicBezTo>
                    <a:cubicBezTo>
                      <a:pt x="6809" y="7959"/>
                      <a:pt x="7525" y="7763"/>
                      <a:pt x="8227" y="7538"/>
                    </a:cubicBezTo>
                    <a:cubicBezTo>
                      <a:pt x="8418" y="7715"/>
                      <a:pt x="8681" y="7807"/>
                      <a:pt x="8941" y="7807"/>
                    </a:cubicBezTo>
                    <a:cubicBezTo>
                      <a:pt x="9197" y="7807"/>
                      <a:pt x="9450" y="7719"/>
                      <a:pt x="9630" y="7538"/>
                    </a:cubicBezTo>
                    <a:cubicBezTo>
                      <a:pt x="10091" y="8036"/>
                      <a:pt x="10784" y="8324"/>
                      <a:pt x="11473" y="8324"/>
                    </a:cubicBezTo>
                    <a:cubicBezTo>
                      <a:pt x="11561" y="8324"/>
                      <a:pt x="11649" y="8320"/>
                      <a:pt x="11736" y="8310"/>
                    </a:cubicBezTo>
                    <a:cubicBezTo>
                      <a:pt x="12508" y="8226"/>
                      <a:pt x="13224" y="7749"/>
                      <a:pt x="13617" y="7089"/>
                    </a:cubicBezTo>
                    <a:cubicBezTo>
                      <a:pt x="13957" y="7405"/>
                      <a:pt x="14443" y="7653"/>
                      <a:pt x="14913" y="7653"/>
                    </a:cubicBezTo>
                    <a:cubicBezTo>
                      <a:pt x="15006" y="7653"/>
                      <a:pt x="15099" y="7643"/>
                      <a:pt x="15189" y="7622"/>
                    </a:cubicBezTo>
                    <a:cubicBezTo>
                      <a:pt x="15737" y="7482"/>
                      <a:pt x="16228" y="7173"/>
                      <a:pt x="16439" y="6640"/>
                    </a:cubicBezTo>
                    <a:cubicBezTo>
                      <a:pt x="16825" y="6732"/>
                      <a:pt x="17241" y="6787"/>
                      <a:pt x="17651" y="6787"/>
                    </a:cubicBezTo>
                    <a:cubicBezTo>
                      <a:pt x="17868" y="6787"/>
                      <a:pt x="18083" y="6772"/>
                      <a:pt x="18292" y="6738"/>
                    </a:cubicBezTo>
                    <a:cubicBezTo>
                      <a:pt x="18909" y="6626"/>
                      <a:pt x="19513" y="6331"/>
                      <a:pt x="19906" y="5854"/>
                    </a:cubicBezTo>
                    <a:cubicBezTo>
                      <a:pt x="20313" y="5362"/>
                      <a:pt x="20580" y="4660"/>
                      <a:pt x="20397" y="4071"/>
                    </a:cubicBezTo>
                    <a:cubicBezTo>
                      <a:pt x="20790" y="4043"/>
                      <a:pt x="21141" y="3762"/>
                      <a:pt x="21225" y="3397"/>
                    </a:cubicBezTo>
                    <a:cubicBezTo>
                      <a:pt x="21310" y="3032"/>
                      <a:pt x="21169" y="2597"/>
                      <a:pt x="20902" y="2457"/>
                    </a:cubicBezTo>
                    <a:cubicBezTo>
                      <a:pt x="21380" y="2078"/>
                      <a:pt x="21590" y="1418"/>
                      <a:pt x="21422" y="842"/>
                    </a:cubicBezTo>
                    <a:cubicBezTo>
                      <a:pt x="21324" y="505"/>
                      <a:pt x="21099" y="211"/>
                      <a:pt x="20818" y="0"/>
                    </a:cubicBezTo>
                    <a:close/>
                  </a:path>
                </a:pathLst>
              </a:custGeom>
              <a:solidFill>
                <a:srgbClr val="FBF7E4">
                  <a:alpha val="22745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7" name="Google Shape;587;p26"/>
              <p:cNvSpPr/>
              <p:nvPr/>
            </p:nvSpPr>
            <p:spPr>
              <a:xfrm>
                <a:off x="2884750" y="1570575"/>
                <a:ext cx="95825" cy="65675"/>
              </a:xfrm>
              <a:custGeom>
                <a:rect b="b" l="l" r="r" t="t"/>
                <a:pathLst>
                  <a:path extrusionOk="0" h="2627" w="3833">
                    <a:moveTo>
                      <a:pt x="2442" y="1"/>
                    </a:moveTo>
                    <a:cubicBezTo>
                      <a:pt x="2018" y="1"/>
                      <a:pt x="1574" y="98"/>
                      <a:pt x="1179" y="283"/>
                    </a:cubicBezTo>
                    <a:cubicBezTo>
                      <a:pt x="772" y="493"/>
                      <a:pt x="393" y="844"/>
                      <a:pt x="211" y="1293"/>
                    </a:cubicBezTo>
                    <a:cubicBezTo>
                      <a:pt x="28" y="1714"/>
                      <a:pt x="0" y="2220"/>
                      <a:pt x="211" y="2627"/>
                    </a:cubicBezTo>
                    <a:cubicBezTo>
                      <a:pt x="169" y="2192"/>
                      <a:pt x="267" y="1771"/>
                      <a:pt x="491" y="1406"/>
                    </a:cubicBezTo>
                    <a:cubicBezTo>
                      <a:pt x="702" y="1055"/>
                      <a:pt x="1025" y="802"/>
                      <a:pt x="1376" y="620"/>
                    </a:cubicBezTo>
                    <a:cubicBezTo>
                      <a:pt x="1727" y="451"/>
                      <a:pt x="2120" y="339"/>
                      <a:pt x="2541" y="311"/>
                    </a:cubicBezTo>
                    <a:cubicBezTo>
                      <a:pt x="2660" y="298"/>
                      <a:pt x="2783" y="293"/>
                      <a:pt x="2908" y="293"/>
                    </a:cubicBezTo>
                    <a:cubicBezTo>
                      <a:pt x="3210" y="293"/>
                      <a:pt x="3525" y="323"/>
                      <a:pt x="3832" y="353"/>
                    </a:cubicBezTo>
                    <a:cubicBezTo>
                      <a:pt x="3425" y="142"/>
                      <a:pt x="2990" y="30"/>
                      <a:pt x="2527" y="2"/>
                    </a:cubicBezTo>
                    <a:cubicBezTo>
                      <a:pt x="2499" y="1"/>
                      <a:pt x="2470" y="1"/>
                      <a:pt x="244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p26"/>
              <p:cNvSpPr/>
              <p:nvPr/>
            </p:nvSpPr>
            <p:spPr>
              <a:xfrm>
                <a:off x="3158475" y="1663950"/>
                <a:ext cx="66350" cy="40700"/>
              </a:xfrm>
              <a:custGeom>
                <a:rect b="b" l="l" r="r" t="t"/>
                <a:pathLst>
                  <a:path extrusionOk="0" h="1628" w="2654">
                    <a:moveTo>
                      <a:pt x="2527" y="1"/>
                    </a:moveTo>
                    <a:lnTo>
                      <a:pt x="2527" y="1"/>
                    </a:lnTo>
                    <a:cubicBezTo>
                      <a:pt x="2541" y="296"/>
                      <a:pt x="2443" y="562"/>
                      <a:pt x="2274" y="787"/>
                    </a:cubicBezTo>
                    <a:cubicBezTo>
                      <a:pt x="2106" y="998"/>
                      <a:pt x="1881" y="1152"/>
                      <a:pt x="1643" y="1264"/>
                    </a:cubicBezTo>
                    <a:cubicBezTo>
                      <a:pt x="1390" y="1363"/>
                      <a:pt x="1123" y="1405"/>
                      <a:pt x="842" y="1405"/>
                    </a:cubicBezTo>
                    <a:cubicBezTo>
                      <a:pt x="590" y="1405"/>
                      <a:pt x="281" y="1348"/>
                      <a:pt x="0" y="1292"/>
                    </a:cubicBezTo>
                    <a:lnTo>
                      <a:pt x="0" y="1292"/>
                    </a:lnTo>
                    <a:cubicBezTo>
                      <a:pt x="267" y="1447"/>
                      <a:pt x="548" y="1573"/>
                      <a:pt x="842" y="1615"/>
                    </a:cubicBezTo>
                    <a:cubicBezTo>
                      <a:pt x="926" y="1623"/>
                      <a:pt x="1010" y="1627"/>
                      <a:pt x="1094" y="1627"/>
                    </a:cubicBezTo>
                    <a:cubicBezTo>
                      <a:pt x="1318" y="1627"/>
                      <a:pt x="1540" y="1595"/>
                      <a:pt x="1755" y="1503"/>
                    </a:cubicBezTo>
                    <a:cubicBezTo>
                      <a:pt x="2064" y="1377"/>
                      <a:pt x="2316" y="1166"/>
                      <a:pt x="2457" y="885"/>
                    </a:cubicBezTo>
                    <a:cubicBezTo>
                      <a:pt x="2597" y="604"/>
                      <a:pt x="2653" y="282"/>
                      <a:pt x="252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9" name="Google Shape;589;p26"/>
              <p:cNvSpPr/>
              <p:nvPr/>
            </p:nvSpPr>
            <p:spPr>
              <a:xfrm>
                <a:off x="3121975" y="1546875"/>
                <a:ext cx="125300" cy="53250"/>
              </a:xfrm>
              <a:custGeom>
                <a:rect b="b" l="l" r="r" t="t"/>
                <a:pathLst>
                  <a:path extrusionOk="0" h="2130" w="5012">
                    <a:moveTo>
                      <a:pt x="1500" y="0"/>
                    </a:moveTo>
                    <a:cubicBezTo>
                      <a:pt x="1320" y="0"/>
                      <a:pt x="1142" y="26"/>
                      <a:pt x="969" y="80"/>
                    </a:cubicBezTo>
                    <a:cubicBezTo>
                      <a:pt x="562" y="206"/>
                      <a:pt x="211" y="445"/>
                      <a:pt x="0" y="781"/>
                    </a:cubicBezTo>
                    <a:cubicBezTo>
                      <a:pt x="323" y="557"/>
                      <a:pt x="688" y="417"/>
                      <a:pt x="1039" y="360"/>
                    </a:cubicBezTo>
                    <a:cubicBezTo>
                      <a:pt x="1139" y="344"/>
                      <a:pt x="1241" y="336"/>
                      <a:pt x="1342" y="336"/>
                    </a:cubicBezTo>
                    <a:cubicBezTo>
                      <a:pt x="1595" y="336"/>
                      <a:pt x="1847" y="386"/>
                      <a:pt x="2078" y="487"/>
                    </a:cubicBezTo>
                    <a:cubicBezTo>
                      <a:pt x="2387" y="613"/>
                      <a:pt x="2696" y="838"/>
                      <a:pt x="2906" y="1118"/>
                    </a:cubicBezTo>
                    <a:cubicBezTo>
                      <a:pt x="3131" y="1399"/>
                      <a:pt x="3285" y="1750"/>
                      <a:pt x="3369" y="2129"/>
                    </a:cubicBezTo>
                    <a:cubicBezTo>
                      <a:pt x="3468" y="1750"/>
                      <a:pt x="3369" y="1315"/>
                      <a:pt x="3159" y="964"/>
                    </a:cubicBezTo>
                    <a:cubicBezTo>
                      <a:pt x="3159" y="964"/>
                      <a:pt x="3159" y="936"/>
                      <a:pt x="3145" y="936"/>
                    </a:cubicBezTo>
                    <a:cubicBezTo>
                      <a:pt x="3380" y="738"/>
                      <a:pt x="3691" y="606"/>
                      <a:pt x="3992" y="606"/>
                    </a:cubicBezTo>
                    <a:cubicBezTo>
                      <a:pt x="4033" y="606"/>
                      <a:pt x="4073" y="608"/>
                      <a:pt x="4113" y="613"/>
                    </a:cubicBezTo>
                    <a:cubicBezTo>
                      <a:pt x="4478" y="655"/>
                      <a:pt x="4815" y="922"/>
                      <a:pt x="5012" y="1245"/>
                    </a:cubicBezTo>
                    <a:cubicBezTo>
                      <a:pt x="4927" y="796"/>
                      <a:pt x="4548" y="417"/>
                      <a:pt x="4113" y="304"/>
                    </a:cubicBezTo>
                    <a:cubicBezTo>
                      <a:pt x="4030" y="284"/>
                      <a:pt x="3944" y="275"/>
                      <a:pt x="3857" y="275"/>
                    </a:cubicBezTo>
                    <a:cubicBezTo>
                      <a:pt x="3515" y="275"/>
                      <a:pt x="3158" y="420"/>
                      <a:pt x="2934" y="655"/>
                    </a:cubicBezTo>
                    <a:cubicBezTo>
                      <a:pt x="2752" y="431"/>
                      <a:pt x="2499" y="262"/>
                      <a:pt x="2218" y="136"/>
                    </a:cubicBezTo>
                    <a:cubicBezTo>
                      <a:pt x="1984" y="47"/>
                      <a:pt x="1741" y="0"/>
                      <a:pt x="150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0" name="Google Shape;590;p26"/>
              <p:cNvSpPr/>
              <p:nvPr/>
            </p:nvSpPr>
            <p:spPr>
              <a:xfrm>
                <a:off x="2987225" y="1584850"/>
                <a:ext cx="114075" cy="50000"/>
              </a:xfrm>
              <a:custGeom>
                <a:rect b="b" l="l" r="r" t="t"/>
                <a:pathLst>
                  <a:path extrusionOk="0" h="2000" w="4563">
                    <a:moveTo>
                      <a:pt x="3193" y="0"/>
                    </a:moveTo>
                    <a:cubicBezTo>
                      <a:pt x="2967" y="0"/>
                      <a:pt x="2740" y="43"/>
                      <a:pt x="2527" y="133"/>
                    </a:cubicBezTo>
                    <a:cubicBezTo>
                      <a:pt x="2274" y="245"/>
                      <a:pt x="2049" y="414"/>
                      <a:pt x="1867" y="624"/>
                    </a:cubicBezTo>
                    <a:cubicBezTo>
                      <a:pt x="1648" y="427"/>
                      <a:pt x="1334" y="298"/>
                      <a:pt x="1033" y="298"/>
                    </a:cubicBezTo>
                    <a:cubicBezTo>
                      <a:pt x="949" y="298"/>
                      <a:pt x="866" y="308"/>
                      <a:pt x="786" y="329"/>
                    </a:cubicBezTo>
                    <a:cubicBezTo>
                      <a:pt x="379" y="442"/>
                      <a:pt x="70" y="807"/>
                      <a:pt x="0" y="1214"/>
                    </a:cubicBezTo>
                    <a:cubicBezTo>
                      <a:pt x="154" y="905"/>
                      <a:pt x="463" y="666"/>
                      <a:pt x="800" y="610"/>
                    </a:cubicBezTo>
                    <a:cubicBezTo>
                      <a:pt x="835" y="607"/>
                      <a:pt x="870" y="605"/>
                      <a:pt x="905" y="605"/>
                    </a:cubicBezTo>
                    <a:cubicBezTo>
                      <a:pt x="1183" y="605"/>
                      <a:pt x="1474" y="704"/>
                      <a:pt x="1699" y="891"/>
                    </a:cubicBezTo>
                    <a:cubicBezTo>
                      <a:pt x="1670" y="891"/>
                      <a:pt x="1670" y="919"/>
                      <a:pt x="1670" y="919"/>
                    </a:cubicBezTo>
                    <a:cubicBezTo>
                      <a:pt x="1488" y="1242"/>
                      <a:pt x="1418" y="1649"/>
                      <a:pt x="1502" y="2000"/>
                    </a:cubicBezTo>
                    <a:cubicBezTo>
                      <a:pt x="1558" y="1649"/>
                      <a:pt x="1713" y="1326"/>
                      <a:pt x="1909" y="1073"/>
                    </a:cubicBezTo>
                    <a:cubicBezTo>
                      <a:pt x="2120" y="807"/>
                      <a:pt x="2358" y="596"/>
                      <a:pt x="2667" y="470"/>
                    </a:cubicBezTo>
                    <a:cubicBezTo>
                      <a:pt x="2887" y="386"/>
                      <a:pt x="3114" y="341"/>
                      <a:pt x="3355" y="341"/>
                    </a:cubicBezTo>
                    <a:cubicBezTo>
                      <a:pt x="3437" y="341"/>
                      <a:pt x="3522" y="347"/>
                      <a:pt x="3608" y="357"/>
                    </a:cubicBezTo>
                    <a:cubicBezTo>
                      <a:pt x="3930" y="385"/>
                      <a:pt x="4253" y="498"/>
                      <a:pt x="4562" y="708"/>
                    </a:cubicBezTo>
                    <a:cubicBezTo>
                      <a:pt x="4366" y="385"/>
                      <a:pt x="4029" y="175"/>
                      <a:pt x="3664" y="63"/>
                    </a:cubicBezTo>
                    <a:cubicBezTo>
                      <a:pt x="3512" y="22"/>
                      <a:pt x="3353" y="0"/>
                      <a:pt x="319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1" name="Google Shape;591;p26"/>
              <p:cNvSpPr/>
              <p:nvPr/>
            </p:nvSpPr>
            <p:spPr>
              <a:xfrm>
                <a:off x="3912625" y="2012075"/>
                <a:ext cx="549225" cy="843375"/>
              </a:xfrm>
              <a:custGeom>
                <a:rect b="b" l="l" r="r" t="t"/>
                <a:pathLst>
                  <a:path extrusionOk="0" h="33735" w="21969">
                    <a:moveTo>
                      <a:pt x="8690" y="1"/>
                    </a:moveTo>
                    <a:lnTo>
                      <a:pt x="8605" y="338"/>
                    </a:lnTo>
                    <a:cubicBezTo>
                      <a:pt x="3496" y="1320"/>
                      <a:pt x="843" y="7679"/>
                      <a:pt x="548" y="12410"/>
                    </a:cubicBezTo>
                    <a:cubicBezTo>
                      <a:pt x="408" y="14768"/>
                      <a:pt x="1109" y="17155"/>
                      <a:pt x="1348" y="19513"/>
                    </a:cubicBezTo>
                    <a:cubicBezTo>
                      <a:pt x="1460" y="20524"/>
                      <a:pt x="1460" y="21492"/>
                      <a:pt x="1376" y="22419"/>
                    </a:cubicBezTo>
                    <a:cubicBezTo>
                      <a:pt x="1236" y="24019"/>
                      <a:pt x="843" y="25549"/>
                      <a:pt x="365" y="27163"/>
                    </a:cubicBezTo>
                    <a:cubicBezTo>
                      <a:pt x="0" y="28356"/>
                      <a:pt x="0" y="29508"/>
                      <a:pt x="295" y="30518"/>
                    </a:cubicBezTo>
                    <a:lnTo>
                      <a:pt x="85" y="31318"/>
                    </a:lnTo>
                    <a:lnTo>
                      <a:pt x="1685" y="32582"/>
                    </a:lnTo>
                    <a:cubicBezTo>
                      <a:pt x="1727" y="32624"/>
                      <a:pt x="1755" y="32638"/>
                      <a:pt x="1797" y="32680"/>
                    </a:cubicBezTo>
                    <a:lnTo>
                      <a:pt x="1825" y="32694"/>
                    </a:lnTo>
                    <a:cubicBezTo>
                      <a:pt x="2429" y="33129"/>
                      <a:pt x="3173" y="33466"/>
                      <a:pt x="4085" y="33620"/>
                    </a:cubicBezTo>
                    <a:cubicBezTo>
                      <a:pt x="4521" y="33698"/>
                      <a:pt x="4957" y="33734"/>
                      <a:pt x="5390" y="33734"/>
                    </a:cubicBezTo>
                    <a:cubicBezTo>
                      <a:pt x="9209" y="33734"/>
                      <a:pt x="12854" y="30903"/>
                      <a:pt x="15287" y="28230"/>
                    </a:cubicBezTo>
                    <a:cubicBezTo>
                      <a:pt x="18052" y="25184"/>
                      <a:pt x="20298" y="21366"/>
                      <a:pt x="21323" y="17337"/>
                    </a:cubicBezTo>
                    <a:cubicBezTo>
                      <a:pt x="21800" y="15456"/>
                      <a:pt x="21969" y="13533"/>
                      <a:pt x="21702" y="11638"/>
                    </a:cubicBezTo>
                    <a:cubicBezTo>
                      <a:pt x="21379" y="8999"/>
                      <a:pt x="20228" y="6416"/>
                      <a:pt x="18052" y="4100"/>
                    </a:cubicBezTo>
                    <a:cubicBezTo>
                      <a:pt x="16228" y="2163"/>
                      <a:pt x="13729" y="619"/>
                      <a:pt x="11062" y="282"/>
                    </a:cubicBezTo>
                    <a:lnTo>
                      <a:pt x="9209" y="57"/>
                    </a:lnTo>
                    <a:lnTo>
                      <a:pt x="9195" y="57"/>
                    </a:lnTo>
                    <a:lnTo>
                      <a:pt x="869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2" name="Google Shape;592;p26"/>
              <p:cNvSpPr/>
              <p:nvPr/>
            </p:nvSpPr>
            <p:spPr>
              <a:xfrm>
                <a:off x="3863850" y="2012050"/>
                <a:ext cx="536950" cy="808525"/>
              </a:xfrm>
              <a:custGeom>
                <a:rect b="b" l="l" r="r" t="t"/>
                <a:pathLst>
                  <a:path extrusionOk="0" h="32341" w="21478">
                    <a:moveTo>
                      <a:pt x="9983" y="1"/>
                    </a:moveTo>
                    <a:cubicBezTo>
                      <a:pt x="4169" y="1"/>
                      <a:pt x="1163" y="6831"/>
                      <a:pt x="871" y="11793"/>
                    </a:cubicBezTo>
                    <a:cubicBezTo>
                      <a:pt x="730" y="14081"/>
                      <a:pt x="1404" y="16370"/>
                      <a:pt x="1657" y="18658"/>
                    </a:cubicBezTo>
                    <a:cubicBezTo>
                      <a:pt x="1727" y="19275"/>
                      <a:pt x="1741" y="19851"/>
                      <a:pt x="1727" y="20440"/>
                    </a:cubicBezTo>
                    <a:cubicBezTo>
                      <a:pt x="1685" y="22364"/>
                      <a:pt x="1264" y="24146"/>
                      <a:pt x="688" y="26055"/>
                    </a:cubicBezTo>
                    <a:cubicBezTo>
                      <a:pt x="0" y="28161"/>
                      <a:pt x="492" y="30182"/>
                      <a:pt x="2036" y="31319"/>
                    </a:cubicBezTo>
                    <a:cubicBezTo>
                      <a:pt x="2625" y="31769"/>
                      <a:pt x="3355" y="32077"/>
                      <a:pt x="4254" y="32232"/>
                    </a:cubicBezTo>
                    <a:cubicBezTo>
                      <a:pt x="4673" y="32306"/>
                      <a:pt x="5092" y="32341"/>
                      <a:pt x="5509" y="32341"/>
                    </a:cubicBezTo>
                    <a:cubicBezTo>
                      <a:pt x="9205" y="32341"/>
                      <a:pt x="12729" y="29599"/>
                      <a:pt x="15062" y="27038"/>
                    </a:cubicBezTo>
                    <a:cubicBezTo>
                      <a:pt x="17743" y="24090"/>
                      <a:pt x="19905" y="20412"/>
                      <a:pt x="20902" y="16510"/>
                    </a:cubicBezTo>
                    <a:cubicBezTo>
                      <a:pt x="21309" y="14896"/>
                      <a:pt x="21477" y="13253"/>
                      <a:pt x="21337" y="11625"/>
                    </a:cubicBezTo>
                    <a:cubicBezTo>
                      <a:pt x="21112" y="8860"/>
                      <a:pt x="20017" y="6164"/>
                      <a:pt x="17757" y="3764"/>
                    </a:cubicBezTo>
                    <a:cubicBezTo>
                      <a:pt x="16045" y="1939"/>
                      <a:pt x="13687" y="479"/>
                      <a:pt x="11202" y="86"/>
                    </a:cubicBezTo>
                    <a:lnTo>
                      <a:pt x="11188" y="86"/>
                    </a:lnTo>
                    <a:lnTo>
                      <a:pt x="10669" y="44"/>
                    </a:lnTo>
                    <a:cubicBezTo>
                      <a:pt x="10486" y="16"/>
                      <a:pt x="10290" y="2"/>
                      <a:pt x="10107" y="2"/>
                    </a:cubicBezTo>
                    <a:cubicBezTo>
                      <a:pt x="10065" y="1"/>
                      <a:pt x="10024" y="1"/>
                      <a:pt x="998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3" name="Google Shape;593;p26"/>
              <p:cNvSpPr/>
              <p:nvPr/>
            </p:nvSpPr>
            <p:spPr>
              <a:xfrm>
                <a:off x="3875425" y="2041900"/>
                <a:ext cx="515900" cy="743800"/>
              </a:xfrm>
              <a:custGeom>
                <a:rect b="b" l="l" r="r" t="t"/>
                <a:pathLst>
                  <a:path extrusionOk="0" h="29752" w="20636">
                    <a:moveTo>
                      <a:pt x="9611" y="1"/>
                    </a:moveTo>
                    <a:cubicBezTo>
                      <a:pt x="4237" y="1"/>
                      <a:pt x="1402" y="6329"/>
                      <a:pt x="1081" y="10880"/>
                    </a:cubicBezTo>
                    <a:cubicBezTo>
                      <a:pt x="941" y="12986"/>
                      <a:pt x="1559" y="15091"/>
                      <a:pt x="1769" y="17183"/>
                    </a:cubicBezTo>
                    <a:cubicBezTo>
                      <a:pt x="1994" y="19583"/>
                      <a:pt x="1545" y="21689"/>
                      <a:pt x="843" y="23977"/>
                    </a:cubicBezTo>
                    <a:cubicBezTo>
                      <a:pt x="0" y="26686"/>
                      <a:pt x="1152" y="29143"/>
                      <a:pt x="4113" y="29662"/>
                    </a:cubicBezTo>
                    <a:cubicBezTo>
                      <a:pt x="4480" y="29722"/>
                      <a:pt x="4846" y="29751"/>
                      <a:pt x="5210" y="29751"/>
                    </a:cubicBezTo>
                    <a:cubicBezTo>
                      <a:pt x="8655" y="29751"/>
                      <a:pt x="11952" y="27193"/>
                      <a:pt x="14136" y="24819"/>
                    </a:cubicBezTo>
                    <a:cubicBezTo>
                      <a:pt x="16621" y="22110"/>
                      <a:pt x="18628" y="18699"/>
                      <a:pt x="19583" y="15105"/>
                    </a:cubicBezTo>
                    <a:cubicBezTo>
                      <a:pt x="20635" y="11105"/>
                      <a:pt x="20074" y="6922"/>
                      <a:pt x="16747" y="3412"/>
                    </a:cubicBezTo>
                    <a:cubicBezTo>
                      <a:pt x="14950" y="1489"/>
                      <a:pt x="12381" y="43"/>
                      <a:pt x="9700" y="1"/>
                    </a:cubicBezTo>
                    <a:cubicBezTo>
                      <a:pt x="9671" y="1"/>
                      <a:pt x="9641" y="1"/>
                      <a:pt x="96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4" name="Google Shape;594;p26"/>
              <p:cNvSpPr/>
              <p:nvPr/>
            </p:nvSpPr>
            <p:spPr>
              <a:xfrm>
                <a:off x="4024225" y="2148950"/>
                <a:ext cx="146125" cy="114525"/>
              </a:xfrm>
              <a:custGeom>
                <a:rect b="b" l="l" r="r" t="t"/>
                <a:pathLst>
                  <a:path extrusionOk="0" h="4581" w="5845">
                    <a:moveTo>
                      <a:pt x="2663" y="0"/>
                    </a:moveTo>
                    <a:cubicBezTo>
                      <a:pt x="2336" y="0"/>
                      <a:pt x="2010" y="61"/>
                      <a:pt x="1713" y="183"/>
                    </a:cubicBezTo>
                    <a:cubicBezTo>
                      <a:pt x="1011" y="478"/>
                      <a:pt x="435" y="1109"/>
                      <a:pt x="253" y="1839"/>
                    </a:cubicBezTo>
                    <a:cubicBezTo>
                      <a:pt x="0" y="2948"/>
                      <a:pt x="744" y="4198"/>
                      <a:pt x="1839" y="4507"/>
                    </a:cubicBezTo>
                    <a:cubicBezTo>
                      <a:pt x="2024" y="4557"/>
                      <a:pt x="2210" y="4581"/>
                      <a:pt x="2393" y="4581"/>
                    </a:cubicBezTo>
                    <a:cubicBezTo>
                      <a:pt x="4248" y="4581"/>
                      <a:pt x="5844" y="2154"/>
                      <a:pt x="4324" y="646"/>
                    </a:cubicBezTo>
                    <a:cubicBezTo>
                      <a:pt x="3893" y="216"/>
                      <a:pt x="3277" y="0"/>
                      <a:pt x="266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5" name="Google Shape;595;p26"/>
              <p:cNvSpPr/>
              <p:nvPr/>
            </p:nvSpPr>
            <p:spPr>
              <a:xfrm>
                <a:off x="4043525" y="2164825"/>
                <a:ext cx="103325" cy="82025"/>
              </a:xfrm>
              <a:custGeom>
                <a:rect b="b" l="l" r="r" t="t"/>
                <a:pathLst>
                  <a:path extrusionOk="0" h="3281" w="4133">
                    <a:moveTo>
                      <a:pt x="1884" y="0"/>
                    </a:moveTo>
                    <a:cubicBezTo>
                      <a:pt x="1653" y="0"/>
                      <a:pt x="1421" y="45"/>
                      <a:pt x="1208" y="138"/>
                    </a:cubicBezTo>
                    <a:cubicBezTo>
                      <a:pt x="702" y="348"/>
                      <a:pt x="295" y="811"/>
                      <a:pt x="169" y="1331"/>
                    </a:cubicBezTo>
                    <a:cubicBezTo>
                      <a:pt x="0" y="2117"/>
                      <a:pt x="520" y="3015"/>
                      <a:pt x="1292" y="3226"/>
                    </a:cubicBezTo>
                    <a:cubicBezTo>
                      <a:pt x="1424" y="3263"/>
                      <a:pt x="1557" y="3280"/>
                      <a:pt x="1688" y="3280"/>
                    </a:cubicBezTo>
                    <a:cubicBezTo>
                      <a:pt x="3000" y="3280"/>
                      <a:pt x="4133" y="1547"/>
                      <a:pt x="3060" y="474"/>
                    </a:cubicBezTo>
                    <a:cubicBezTo>
                      <a:pt x="2757" y="162"/>
                      <a:pt x="2322" y="0"/>
                      <a:pt x="18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6" name="Google Shape;596;p26"/>
              <p:cNvSpPr/>
              <p:nvPr/>
            </p:nvSpPr>
            <p:spPr>
              <a:xfrm>
                <a:off x="3884550" y="2031025"/>
                <a:ext cx="512025" cy="737700"/>
              </a:xfrm>
              <a:custGeom>
                <a:rect b="b" l="l" r="r" t="t"/>
                <a:pathLst>
                  <a:path extrusionOk="0" h="29508" w="20481">
                    <a:moveTo>
                      <a:pt x="16282" y="3139"/>
                    </a:moveTo>
                    <a:cubicBezTo>
                      <a:pt x="16292" y="3151"/>
                      <a:pt x="16302" y="3162"/>
                      <a:pt x="16312" y="3173"/>
                    </a:cubicBezTo>
                    <a:cubicBezTo>
                      <a:pt x="16302" y="3162"/>
                      <a:pt x="16293" y="3150"/>
                      <a:pt x="16282" y="3139"/>
                    </a:cubicBezTo>
                    <a:close/>
                    <a:moveTo>
                      <a:pt x="10374" y="1"/>
                    </a:moveTo>
                    <a:lnTo>
                      <a:pt x="10374" y="1"/>
                    </a:lnTo>
                    <a:cubicBezTo>
                      <a:pt x="11932" y="1222"/>
                      <a:pt x="13153" y="3005"/>
                      <a:pt x="13462" y="4970"/>
                    </a:cubicBezTo>
                    <a:cubicBezTo>
                      <a:pt x="13771" y="6949"/>
                      <a:pt x="13055" y="9111"/>
                      <a:pt x="11441" y="10304"/>
                    </a:cubicBezTo>
                    <a:cubicBezTo>
                      <a:pt x="10350" y="11102"/>
                      <a:pt x="9008" y="11397"/>
                      <a:pt x="7720" y="11719"/>
                    </a:cubicBezTo>
                    <a:lnTo>
                      <a:pt x="7720" y="11719"/>
                    </a:lnTo>
                    <a:cubicBezTo>
                      <a:pt x="7730" y="11715"/>
                      <a:pt x="7739" y="11708"/>
                      <a:pt x="7749" y="11708"/>
                    </a:cubicBezTo>
                    <a:cubicBezTo>
                      <a:pt x="7707" y="11708"/>
                      <a:pt x="7665" y="11722"/>
                      <a:pt x="7609" y="11736"/>
                    </a:cubicBezTo>
                    <a:cubicBezTo>
                      <a:pt x="7464" y="11777"/>
                      <a:pt x="7315" y="11796"/>
                      <a:pt x="7163" y="11796"/>
                    </a:cubicBezTo>
                    <a:cubicBezTo>
                      <a:pt x="6637" y="11796"/>
                      <a:pt x="6092" y="11566"/>
                      <a:pt x="5700" y="11217"/>
                    </a:cubicBezTo>
                    <a:cubicBezTo>
                      <a:pt x="5082" y="10669"/>
                      <a:pt x="4731" y="9897"/>
                      <a:pt x="4478" y="9125"/>
                    </a:cubicBezTo>
                    <a:cubicBezTo>
                      <a:pt x="4198" y="8353"/>
                      <a:pt x="3987" y="7567"/>
                      <a:pt x="3566" y="6865"/>
                    </a:cubicBezTo>
                    <a:cubicBezTo>
                      <a:pt x="3145" y="6163"/>
                      <a:pt x="2457" y="5560"/>
                      <a:pt x="1643" y="5476"/>
                    </a:cubicBezTo>
                    <a:cubicBezTo>
                      <a:pt x="1404" y="6065"/>
                      <a:pt x="1151" y="6683"/>
                      <a:pt x="913" y="7300"/>
                    </a:cubicBezTo>
                    <a:cubicBezTo>
                      <a:pt x="1152" y="6958"/>
                      <a:pt x="1558" y="6810"/>
                      <a:pt x="1980" y="6810"/>
                    </a:cubicBezTo>
                    <a:cubicBezTo>
                      <a:pt x="2302" y="6810"/>
                      <a:pt x="2633" y="6896"/>
                      <a:pt x="2906" y="7048"/>
                    </a:cubicBezTo>
                    <a:cubicBezTo>
                      <a:pt x="3566" y="7427"/>
                      <a:pt x="3945" y="8101"/>
                      <a:pt x="4155" y="8802"/>
                    </a:cubicBezTo>
                    <a:cubicBezTo>
                      <a:pt x="4366" y="9504"/>
                      <a:pt x="4436" y="10248"/>
                      <a:pt x="4619" y="10950"/>
                    </a:cubicBezTo>
                    <a:cubicBezTo>
                      <a:pt x="4731" y="11512"/>
                      <a:pt x="4970" y="12059"/>
                      <a:pt x="5321" y="12494"/>
                    </a:cubicBezTo>
                    <a:cubicBezTo>
                      <a:pt x="4731" y="12775"/>
                      <a:pt x="4198" y="13140"/>
                      <a:pt x="3776" y="13631"/>
                    </a:cubicBezTo>
                    <a:cubicBezTo>
                      <a:pt x="2597" y="14979"/>
                      <a:pt x="2401" y="17056"/>
                      <a:pt x="1011" y="18165"/>
                    </a:cubicBezTo>
                    <a:lnTo>
                      <a:pt x="1151" y="20973"/>
                    </a:lnTo>
                    <a:cubicBezTo>
                      <a:pt x="1320" y="19260"/>
                      <a:pt x="1853" y="17618"/>
                      <a:pt x="2752" y="16158"/>
                    </a:cubicBezTo>
                    <a:cubicBezTo>
                      <a:pt x="3313" y="15246"/>
                      <a:pt x="4071" y="14389"/>
                      <a:pt x="5054" y="13926"/>
                    </a:cubicBezTo>
                    <a:cubicBezTo>
                      <a:pt x="5458" y="13747"/>
                      <a:pt x="5912" y="13651"/>
                      <a:pt x="6362" y="13651"/>
                    </a:cubicBezTo>
                    <a:cubicBezTo>
                      <a:pt x="7004" y="13651"/>
                      <a:pt x="7637" y="13847"/>
                      <a:pt x="8100" y="14277"/>
                    </a:cubicBezTo>
                    <a:cubicBezTo>
                      <a:pt x="8984" y="15091"/>
                      <a:pt x="9054" y="16439"/>
                      <a:pt x="8942" y="17632"/>
                    </a:cubicBezTo>
                    <a:cubicBezTo>
                      <a:pt x="8928" y="17913"/>
                      <a:pt x="8900" y="18207"/>
                      <a:pt x="8858" y="18488"/>
                    </a:cubicBezTo>
                    <a:cubicBezTo>
                      <a:pt x="8619" y="20004"/>
                      <a:pt x="8058" y="21211"/>
                      <a:pt x="6865" y="22180"/>
                    </a:cubicBezTo>
                    <a:cubicBezTo>
                      <a:pt x="5742" y="23092"/>
                      <a:pt x="4352" y="23584"/>
                      <a:pt x="3047" y="24244"/>
                    </a:cubicBezTo>
                    <a:cubicBezTo>
                      <a:pt x="1755" y="24917"/>
                      <a:pt x="492" y="25830"/>
                      <a:pt x="0" y="27191"/>
                    </a:cubicBezTo>
                    <a:cubicBezTo>
                      <a:pt x="295" y="28034"/>
                      <a:pt x="674" y="28806"/>
                      <a:pt x="1250" y="29508"/>
                    </a:cubicBezTo>
                    <a:cubicBezTo>
                      <a:pt x="716" y="28637"/>
                      <a:pt x="772" y="27444"/>
                      <a:pt x="1334" y="26574"/>
                    </a:cubicBezTo>
                    <a:cubicBezTo>
                      <a:pt x="1783" y="25872"/>
                      <a:pt x="2541" y="25423"/>
                      <a:pt x="3285" y="25016"/>
                    </a:cubicBezTo>
                    <a:cubicBezTo>
                      <a:pt x="4492" y="24356"/>
                      <a:pt x="5714" y="23738"/>
                      <a:pt x="6823" y="22896"/>
                    </a:cubicBezTo>
                    <a:cubicBezTo>
                      <a:pt x="7805" y="22138"/>
                      <a:pt x="8409" y="21296"/>
                      <a:pt x="8830" y="20187"/>
                    </a:cubicBezTo>
                    <a:cubicBezTo>
                      <a:pt x="8844" y="20524"/>
                      <a:pt x="8928" y="20861"/>
                      <a:pt x="9054" y="21197"/>
                    </a:cubicBezTo>
                    <a:cubicBezTo>
                      <a:pt x="9492" y="22319"/>
                      <a:pt x="10664" y="23108"/>
                      <a:pt x="11854" y="23108"/>
                    </a:cubicBezTo>
                    <a:cubicBezTo>
                      <a:pt x="11885" y="23108"/>
                      <a:pt x="11915" y="23108"/>
                      <a:pt x="11946" y="23107"/>
                    </a:cubicBezTo>
                    <a:cubicBezTo>
                      <a:pt x="12690" y="23064"/>
                      <a:pt x="13392" y="22798"/>
                      <a:pt x="14108" y="22671"/>
                    </a:cubicBezTo>
                    <a:cubicBezTo>
                      <a:pt x="14310" y="22632"/>
                      <a:pt x="14523" y="22609"/>
                      <a:pt x="14735" y="22609"/>
                    </a:cubicBezTo>
                    <a:cubicBezTo>
                      <a:pt x="15272" y="22609"/>
                      <a:pt x="15805" y="22756"/>
                      <a:pt x="16157" y="23149"/>
                    </a:cubicBezTo>
                    <a:cubicBezTo>
                      <a:pt x="16649" y="22348"/>
                      <a:pt x="16929" y="21745"/>
                      <a:pt x="17407" y="20973"/>
                    </a:cubicBezTo>
                    <a:cubicBezTo>
                      <a:pt x="16991" y="20537"/>
                      <a:pt x="16385" y="20372"/>
                      <a:pt x="15780" y="20372"/>
                    </a:cubicBezTo>
                    <a:cubicBezTo>
                      <a:pt x="15546" y="20372"/>
                      <a:pt x="15313" y="20396"/>
                      <a:pt x="15091" y="20439"/>
                    </a:cubicBezTo>
                    <a:cubicBezTo>
                      <a:pt x="14276" y="20580"/>
                      <a:pt x="13504" y="20931"/>
                      <a:pt x="12704" y="21085"/>
                    </a:cubicBezTo>
                    <a:cubicBezTo>
                      <a:pt x="12479" y="21124"/>
                      <a:pt x="12244" y="21147"/>
                      <a:pt x="12012" y="21147"/>
                    </a:cubicBezTo>
                    <a:cubicBezTo>
                      <a:pt x="11404" y="21147"/>
                      <a:pt x="10804" y="20992"/>
                      <a:pt x="10388" y="20566"/>
                    </a:cubicBezTo>
                    <a:cubicBezTo>
                      <a:pt x="9897" y="20060"/>
                      <a:pt x="9770" y="19316"/>
                      <a:pt x="9672" y="18615"/>
                    </a:cubicBezTo>
                    <a:cubicBezTo>
                      <a:pt x="9546" y="17814"/>
                      <a:pt x="9419" y="17014"/>
                      <a:pt x="9293" y="16214"/>
                    </a:cubicBezTo>
                    <a:cubicBezTo>
                      <a:pt x="9251" y="15947"/>
                      <a:pt x="9223" y="15639"/>
                      <a:pt x="9405" y="15428"/>
                    </a:cubicBezTo>
                    <a:cubicBezTo>
                      <a:pt x="9531" y="15285"/>
                      <a:pt x="9699" y="15238"/>
                      <a:pt x="9885" y="15238"/>
                    </a:cubicBezTo>
                    <a:cubicBezTo>
                      <a:pt x="10136" y="15238"/>
                      <a:pt x="10419" y="15323"/>
                      <a:pt x="10669" y="15372"/>
                    </a:cubicBezTo>
                    <a:cubicBezTo>
                      <a:pt x="10804" y="15399"/>
                      <a:pt x="10940" y="15412"/>
                      <a:pt x="11075" y="15412"/>
                    </a:cubicBezTo>
                    <a:cubicBezTo>
                      <a:pt x="11918" y="15412"/>
                      <a:pt x="12739" y="14916"/>
                      <a:pt x="13392" y="14347"/>
                    </a:cubicBezTo>
                    <a:cubicBezTo>
                      <a:pt x="14136" y="13701"/>
                      <a:pt x="14838" y="12929"/>
                      <a:pt x="15778" y="12564"/>
                    </a:cubicBezTo>
                    <a:cubicBezTo>
                      <a:pt x="16133" y="12424"/>
                      <a:pt x="16514" y="12355"/>
                      <a:pt x="16897" y="12355"/>
                    </a:cubicBezTo>
                    <a:cubicBezTo>
                      <a:pt x="17470" y="12355"/>
                      <a:pt x="18047" y="12509"/>
                      <a:pt x="18544" y="12803"/>
                    </a:cubicBezTo>
                    <a:cubicBezTo>
                      <a:pt x="19358" y="13294"/>
                      <a:pt x="20060" y="14095"/>
                      <a:pt x="20158" y="15035"/>
                    </a:cubicBezTo>
                    <a:cubicBezTo>
                      <a:pt x="20200" y="14333"/>
                      <a:pt x="20481" y="13603"/>
                      <a:pt x="20214" y="12943"/>
                    </a:cubicBezTo>
                    <a:cubicBezTo>
                      <a:pt x="19812" y="11939"/>
                      <a:pt x="18707" y="11381"/>
                      <a:pt x="17631" y="11381"/>
                    </a:cubicBezTo>
                    <a:cubicBezTo>
                      <a:pt x="17580" y="11381"/>
                      <a:pt x="17528" y="11383"/>
                      <a:pt x="17477" y="11385"/>
                    </a:cubicBezTo>
                    <a:cubicBezTo>
                      <a:pt x="16354" y="11455"/>
                      <a:pt x="15315" y="12017"/>
                      <a:pt x="14459" y="12733"/>
                    </a:cubicBezTo>
                    <a:cubicBezTo>
                      <a:pt x="13743" y="13336"/>
                      <a:pt x="13069" y="14052"/>
                      <a:pt x="12171" y="14375"/>
                    </a:cubicBezTo>
                    <a:cubicBezTo>
                      <a:pt x="11844" y="14486"/>
                      <a:pt x="11505" y="14535"/>
                      <a:pt x="11163" y="14535"/>
                    </a:cubicBezTo>
                    <a:cubicBezTo>
                      <a:pt x="10333" y="14535"/>
                      <a:pt x="9490" y="14242"/>
                      <a:pt x="8774" y="13814"/>
                    </a:cubicBezTo>
                    <a:cubicBezTo>
                      <a:pt x="8367" y="13575"/>
                      <a:pt x="7946" y="13196"/>
                      <a:pt x="8058" y="12733"/>
                    </a:cubicBezTo>
                    <a:cubicBezTo>
                      <a:pt x="8128" y="12424"/>
                      <a:pt x="8423" y="12213"/>
                      <a:pt x="8732" y="12143"/>
                    </a:cubicBezTo>
                    <a:cubicBezTo>
                      <a:pt x="8882" y="12111"/>
                      <a:pt x="9029" y="12099"/>
                      <a:pt x="9176" y="12099"/>
                    </a:cubicBezTo>
                    <a:cubicBezTo>
                      <a:pt x="9345" y="12099"/>
                      <a:pt x="9514" y="12114"/>
                      <a:pt x="9686" y="12129"/>
                    </a:cubicBezTo>
                    <a:cubicBezTo>
                      <a:pt x="9717" y="12130"/>
                      <a:pt x="9748" y="12130"/>
                      <a:pt x="9779" y="12130"/>
                    </a:cubicBezTo>
                    <a:cubicBezTo>
                      <a:pt x="11221" y="12130"/>
                      <a:pt x="12654" y="11488"/>
                      <a:pt x="13603" y="10403"/>
                    </a:cubicBezTo>
                    <a:cubicBezTo>
                      <a:pt x="14557" y="9294"/>
                      <a:pt x="15006" y="7750"/>
                      <a:pt x="14754" y="6304"/>
                    </a:cubicBezTo>
                    <a:cubicBezTo>
                      <a:pt x="14669" y="5770"/>
                      <a:pt x="14487" y="5265"/>
                      <a:pt x="14445" y="4732"/>
                    </a:cubicBezTo>
                    <a:cubicBezTo>
                      <a:pt x="14389" y="4198"/>
                      <a:pt x="14487" y="3637"/>
                      <a:pt x="14866" y="3244"/>
                    </a:cubicBezTo>
                    <a:cubicBezTo>
                      <a:pt x="15070" y="3040"/>
                      <a:pt x="15396" y="2915"/>
                      <a:pt x="15700" y="2915"/>
                    </a:cubicBezTo>
                    <a:cubicBezTo>
                      <a:pt x="15925" y="2915"/>
                      <a:pt x="16139" y="2983"/>
                      <a:pt x="16282" y="3139"/>
                    </a:cubicBezTo>
                    <a:lnTo>
                      <a:pt x="16282" y="3139"/>
                    </a:lnTo>
                    <a:cubicBezTo>
                      <a:pt x="14848" y="1473"/>
                      <a:pt x="12549" y="336"/>
                      <a:pt x="1037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3863850" y="2301950"/>
                <a:ext cx="598000" cy="553500"/>
              </a:xfrm>
              <a:custGeom>
                <a:rect b="b" l="l" r="r" t="t"/>
                <a:pathLst>
                  <a:path extrusionOk="0" h="22140" w="23920">
                    <a:moveTo>
                      <a:pt x="21323" y="1"/>
                    </a:moveTo>
                    <a:cubicBezTo>
                      <a:pt x="19638" y="4016"/>
                      <a:pt x="16677" y="7427"/>
                      <a:pt x="13125" y="9939"/>
                    </a:cubicBezTo>
                    <a:cubicBezTo>
                      <a:pt x="11834" y="10852"/>
                      <a:pt x="10416" y="11652"/>
                      <a:pt x="8872" y="12017"/>
                    </a:cubicBezTo>
                    <a:cubicBezTo>
                      <a:pt x="8314" y="12154"/>
                      <a:pt x="7734" y="12227"/>
                      <a:pt x="7155" y="12227"/>
                    </a:cubicBezTo>
                    <a:cubicBezTo>
                      <a:pt x="6134" y="12227"/>
                      <a:pt x="5118" y="11999"/>
                      <a:pt x="4239" y="11497"/>
                    </a:cubicBezTo>
                    <a:cubicBezTo>
                      <a:pt x="3903" y="11301"/>
                      <a:pt x="3608" y="11090"/>
                      <a:pt x="3327" y="10852"/>
                    </a:cubicBezTo>
                    <a:cubicBezTo>
                      <a:pt x="2667" y="10262"/>
                      <a:pt x="2148" y="9560"/>
                      <a:pt x="1671" y="8816"/>
                    </a:cubicBezTo>
                    <a:cubicBezTo>
                      <a:pt x="1643" y="10725"/>
                      <a:pt x="1221" y="12508"/>
                      <a:pt x="632" y="14431"/>
                    </a:cubicBezTo>
                    <a:cubicBezTo>
                      <a:pt x="0" y="16565"/>
                      <a:pt x="492" y="18586"/>
                      <a:pt x="2036" y="19723"/>
                    </a:cubicBezTo>
                    <a:lnTo>
                      <a:pt x="3636" y="20987"/>
                    </a:lnTo>
                    <a:cubicBezTo>
                      <a:pt x="3678" y="21029"/>
                      <a:pt x="3706" y="21043"/>
                      <a:pt x="3748" y="21085"/>
                    </a:cubicBezTo>
                    <a:lnTo>
                      <a:pt x="3776" y="21099"/>
                    </a:lnTo>
                    <a:cubicBezTo>
                      <a:pt x="4380" y="21534"/>
                      <a:pt x="5124" y="21871"/>
                      <a:pt x="6036" y="22025"/>
                    </a:cubicBezTo>
                    <a:cubicBezTo>
                      <a:pt x="6472" y="22103"/>
                      <a:pt x="6908" y="22139"/>
                      <a:pt x="7341" y="22139"/>
                    </a:cubicBezTo>
                    <a:cubicBezTo>
                      <a:pt x="11160" y="22139"/>
                      <a:pt x="14805" y="19308"/>
                      <a:pt x="17238" y="16635"/>
                    </a:cubicBezTo>
                    <a:cubicBezTo>
                      <a:pt x="20003" y="13589"/>
                      <a:pt x="22249" y="9771"/>
                      <a:pt x="23274" y="5742"/>
                    </a:cubicBezTo>
                    <a:cubicBezTo>
                      <a:pt x="23751" y="3861"/>
                      <a:pt x="23920" y="1938"/>
                      <a:pt x="23653" y="43"/>
                    </a:cubicBezTo>
                    <a:cubicBezTo>
                      <a:pt x="22881" y="15"/>
                      <a:pt x="22095" y="15"/>
                      <a:pt x="21323" y="1"/>
                    </a:cubicBezTo>
                    <a:close/>
                  </a:path>
                </a:pathLst>
              </a:custGeom>
              <a:solidFill>
                <a:srgbClr val="FBF7E4">
                  <a:alpha val="22745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3380600" y="1736975"/>
                <a:ext cx="479400" cy="678350"/>
              </a:xfrm>
              <a:custGeom>
                <a:rect b="b" l="l" r="r" t="t"/>
                <a:pathLst>
                  <a:path extrusionOk="0" h="27134" w="19176">
                    <a:moveTo>
                      <a:pt x="8160" y="1"/>
                    </a:moveTo>
                    <a:cubicBezTo>
                      <a:pt x="7070" y="1"/>
                      <a:pt x="5999" y="203"/>
                      <a:pt x="4998" y="547"/>
                    </a:cubicBezTo>
                    <a:cubicBezTo>
                      <a:pt x="3173" y="1179"/>
                      <a:pt x="1573" y="2302"/>
                      <a:pt x="1" y="3425"/>
                    </a:cubicBezTo>
                    <a:lnTo>
                      <a:pt x="15245" y="27134"/>
                    </a:lnTo>
                    <a:cubicBezTo>
                      <a:pt x="16312" y="26558"/>
                      <a:pt x="17295" y="25449"/>
                      <a:pt x="17758" y="24256"/>
                    </a:cubicBezTo>
                    <a:cubicBezTo>
                      <a:pt x="18235" y="23063"/>
                      <a:pt x="18460" y="21730"/>
                      <a:pt x="18628" y="20396"/>
                    </a:cubicBezTo>
                    <a:cubicBezTo>
                      <a:pt x="18965" y="17953"/>
                      <a:pt x="19176" y="15469"/>
                      <a:pt x="18937" y="12914"/>
                    </a:cubicBezTo>
                    <a:cubicBezTo>
                      <a:pt x="18699" y="10373"/>
                      <a:pt x="17983" y="7762"/>
                      <a:pt x="16635" y="5474"/>
                    </a:cubicBezTo>
                    <a:cubicBezTo>
                      <a:pt x="15287" y="3200"/>
                      <a:pt x="13224" y="1263"/>
                      <a:pt x="10908" y="463"/>
                    </a:cubicBezTo>
                    <a:cubicBezTo>
                      <a:pt x="9999" y="143"/>
                      <a:pt x="9073" y="1"/>
                      <a:pt x="816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9" name="Google Shape;599;p26"/>
              <p:cNvSpPr/>
              <p:nvPr/>
            </p:nvSpPr>
            <p:spPr>
              <a:xfrm>
                <a:off x="3263750" y="1789350"/>
                <a:ext cx="561525" cy="643650"/>
              </a:xfrm>
              <a:custGeom>
                <a:rect b="b" l="l" r="r" t="t"/>
                <a:pathLst>
                  <a:path extrusionOk="0" h="25746" w="22461">
                    <a:moveTo>
                      <a:pt x="9541" y="1"/>
                    </a:moveTo>
                    <a:cubicBezTo>
                      <a:pt x="5524" y="1"/>
                      <a:pt x="1186" y="2870"/>
                      <a:pt x="422" y="6860"/>
                    </a:cubicBezTo>
                    <a:cubicBezTo>
                      <a:pt x="0" y="9050"/>
                      <a:pt x="492" y="11324"/>
                      <a:pt x="1474" y="13332"/>
                    </a:cubicBezTo>
                    <a:cubicBezTo>
                      <a:pt x="2443" y="15325"/>
                      <a:pt x="3889" y="17066"/>
                      <a:pt x="5391" y="18694"/>
                    </a:cubicBezTo>
                    <a:cubicBezTo>
                      <a:pt x="7609" y="21066"/>
                      <a:pt x="10065" y="23284"/>
                      <a:pt x="12985" y="24660"/>
                    </a:cubicBezTo>
                    <a:cubicBezTo>
                      <a:pt x="14287" y="25284"/>
                      <a:pt x="15689" y="25745"/>
                      <a:pt x="17133" y="25745"/>
                    </a:cubicBezTo>
                    <a:cubicBezTo>
                      <a:pt x="17215" y="25745"/>
                      <a:pt x="17297" y="25744"/>
                      <a:pt x="17379" y="25741"/>
                    </a:cubicBezTo>
                    <a:cubicBezTo>
                      <a:pt x="18909" y="25685"/>
                      <a:pt x="20453" y="25039"/>
                      <a:pt x="21365" y="23832"/>
                    </a:cubicBezTo>
                    <a:cubicBezTo>
                      <a:pt x="22460" y="22358"/>
                      <a:pt x="22460" y="20322"/>
                      <a:pt x="22278" y="18469"/>
                    </a:cubicBezTo>
                    <a:cubicBezTo>
                      <a:pt x="22011" y="15830"/>
                      <a:pt x="21449" y="13233"/>
                      <a:pt x="20607" y="10721"/>
                    </a:cubicBezTo>
                    <a:cubicBezTo>
                      <a:pt x="19835" y="8419"/>
                      <a:pt x="18810" y="6159"/>
                      <a:pt x="17308" y="4264"/>
                    </a:cubicBezTo>
                    <a:cubicBezTo>
                      <a:pt x="15792" y="2355"/>
                      <a:pt x="13743" y="824"/>
                      <a:pt x="11399" y="221"/>
                    </a:cubicBezTo>
                    <a:cubicBezTo>
                      <a:pt x="10798" y="72"/>
                      <a:pt x="10173" y="1"/>
                      <a:pt x="954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0" name="Google Shape;600;p26"/>
              <p:cNvSpPr/>
              <p:nvPr/>
            </p:nvSpPr>
            <p:spPr>
              <a:xfrm>
                <a:off x="3286200" y="1813550"/>
                <a:ext cx="520475" cy="596250"/>
              </a:xfrm>
              <a:custGeom>
                <a:rect b="b" l="l" r="r" t="t"/>
                <a:pathLst>
                  <a:path extrusionOk="0" h="23850" w="20819">
                    <a:moveTo>
                      <a:pt x="8819" y="1"/>
                    </a:moveTo>
                    <a:cubicBezTo>
                      <a:pt x="5104" y="1"/>
                      <a:pt x="1085" y="2669"/>
                      <a:pt x="394" y="6342"/>
                    </a:cubicBezTo>
                    <a:cubicBezTo>
                      <a:pt x="1" y="8363"/>
                      <a:pt x="478" y="10483"/>
                      <a:pt x="1376" y="12350"/>
                    </a:cubicBezTo>
                    <a:cubicBezTo>
                      <a:pt x="2261" y="14203"/>
                      <a:pt x="3594" y="15817"/>
                      <a:pt x="4998" y="17333"/>
                    </a:cubicBezTo>
                    <a:cubicBezTo>
                      <a:pt x="7034" y="19523"/>
                      <a:pt x="9322" y="21572"/>
                      <a:pt x="12045" y="22864"/>
                    </a:cubicBezTo>
                    <a:cubicBezTo>
                      <a:pt x="13265" y="23427"/>
                      <a:pt x="14588" y="23849"/>
                      <a:pt x="15927" y="23849"/>
                    </a:cubicBezTo>
                    <a:cubicBezTo>
                      <a:pt x="15990" y="23849"/>
                      <a:pt x="16053" y="23848"/>
                      <a:pt x="16116" y="23846"/>
                    </a:cubicBezTo>
                    <a:cubicBezTo>
                      <a:pt x="17519" y="23790"/>
                      <a:pt x="18951" y="23187"/>
                      <a:pt x="19793" y="22064"/>
                    </a:cubicBezTo>
                    <a:cubicBezTo>
                      <a:pt x="20818" y="20688"/>
                      <a:pt x="20818" y="18821"/>
                      <a:pt x="20636" y="17108"/>
                    </a:cubicBezTo>
                    <a:cubicBezTo>
                      <a:pt x="20397" y="14666"/>
                      <a:pt x="19864" y="12265"/>
                      <a:pt x="19092" y="9921"/>
                    </a:cubicBezTo>
                    <a:cubicBezTo>
                      <a:pt x="18376" y="7788"/>
                      <a:pt x="17449" y="5696"/>
                      <a:pt x="16045" y="3941"/>
                    </a:cubicBezTo>
                    <a:cubicBezTo>
                      <a:pt x="14642" y="2173"/>
                      <a:pt x="12719" y="755"/>
                      <a:pt x="10543" y="207"/>
                    </a:cubicBezTo>
                    <a:cubicBezTo>
                      <a:pt x="9985" y="68"/>
                      <a:pt x="9406" y="1"/>
                      <a:pt x="881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3360600" y="1920225"/>
                <a:ext cx="279725" cy="265675"/>
              </a:xfrm>
              <a:custGeom>
                <a:rect b="b" l="l" r="r" t="t"/>
                <a:pathLst>
                  <a:path extrusionOk="0" h="10627" w="11189">
                    <a:moveTo>
                      <a:pt x="4906" y="1"/>
                    </a:moveTo>
                    <a:cubicBezTo>
                      <a:pt x="4165" y="1"/>
                      <a:pt x="3436" y="185"/>
                      <a:pt x="2780" y="573"/>
                    </a:cubicBezTo>
                    <a:cubicBezTo>
                      <a:pt x="548" y="1906"/>
                      <a:pt x="1" y="5107"/>
                      <a:pt x="1559" y="7718"/>
                    </a:cubicBezTo>
                    <a:cubicBezTo>
                      <a:pt x="2658" y="9560"/>
                      <a:pt x="4505" y="10626"/>
                      <a:pt x="6282" y="10626"/>
                    </a:cubicBezTo>
                    <a:cubicBezTo>
                      <a:pt x="7023" y="10626"/>
                      <a:pt x="7752" y="10441"/>
                      <a:pt x="8409" y="10048"/>
                    </a:cubicBezTo>
                    <a:cubicBezTo>
                      <a:pt x="10641" y="8728"/>
                      <a:pt x="11188" y="5528"/>
                      <a:pt x="9644" y="2917"/>
                    </a:cubicBezTo>
                    <a:cubicBezTo>
                      <a:pt x="8544" y="1063"/>
                      <a:pt x="6688" y="1"/>
                      <a:pt x="49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3360950" y="1920625"/>
                <a:ext cx="179350" cy="265200"/>
              </a:xfrm>
              <a:custGeom>
                <a:rect b="b" l="l" r="r" t="t"/>
                <a:pathLst>
                  <a:path extrusionOk="0" h="10608" w="7174">
                    <a:moveTo>
                      <a:pt x="4909" y="0"/>
                    </a:moveTo>
                    <a:cubicBezTo>
                      <a:pt x="4167" y="0"/>
                      <a:pt x="3438" y="183"/>
                      <a:pt x="2780" y="571"/>
                    </a:cubicBezTo>
                    <a:cubicBezTo>
                      <a:pt x="562" y="1904"/>
                      <a:pt x="1" y="5105"/>
                      <a:pt x="1559" y="7716"/>
                    </a:cubicBezTo>
                    <a:cubicBezTo>
                      <a:pt x="2626" y="9527"/>
                      <a:pt x="4451" y="10579"/>
                      <a:pt x="6205" y="10607"/>
                    </a:cubicBezTo>
                    <a:cubicBezTo>
                      <a:pt x="5237" y="10130"/>
                      <a:pt x="4380" y="9330"/>
                      <a:pt x="3749" y="8277"/>
                    </a:cubicBezTo>
                    <a:cubicBezTo>
                      <a:pt x="2191" y="5666"/>
                      <a:pt x="2752" y="2466"/>
                      <a:pt x="4984" y="1132"/>
                    </a:cubicBezTo>
                    <a:cubicBezTo>
                      <a:pt x="5634" y="740"/>
                      <a:pt x="6349" y="556"/>
                      <a:pt x="7091" y="556"/>
                    </a:cubicBezTo>
                    <a:cubicBezTo>
                      <a:pt x="7119" y="556"/>
                      <a:pt x="7146" y="556"/>
                      <a:pt x="7174" y="557"/>
                    </a:cubicBezTo>
                    <a:cubicBezTo>
                      <a:pt x="6448" y="194"/>
                      <a:pt x="5671" y="0"/>
                      <a:pt x="4909" y="0"/>
                    </a:cubicBezTo>
                    <a:close/>
                  </a:path>
                </a:pathLst>
              </a:custGeom>
              <a:solidFill>
                <a:srgbClr val="FBF7E4">
                  <a:alpha val="22745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3" name="Google Shape;603;p26"/>
              <p:cNvSpPr/>
              <p:nvPr/>
            </p:nvSpPr>
            <p:spPr>
              <a:xfrm>
                <a:off x="3505200" y="1989925"/>
                <a:ext cx="100725" cy="143550"/>
              </a:xfrm>
              <a:custGeom>
                <a:rect b="b" l="l" r="r" t="t"/>
                <a:pathLst>
                  <a:path extrusionOk="0" h="5742" w="4029">
                    <a:moveTo>
                      <a:pt x="1749" y="0"/>
                    </a:moveTo>
                    <a:cubicBezTo>
                      <a:pt x="1685" y="0"/>
                      <a:pt x="1622" y="6"/>
                      <a:pt x="1558" y="17"/>
                    </a:cubicBezTo>
                    <a:cubicBezTo>
                      <a:pt x="576" y="171"/>
                      <a:pt x="0" y="1575"/>
                      <a:pt x="239" y="3147"/>
                    </a:cubicBezTo>
                    <a:cubicBezTo>
                      <a:pt x="477" y="4644"/>
                      <a:pt x="1379" y="5742"/>
                      <a:pt x="2306" y="5742"/>
                    </a:cubicBezTo>
                    <a:cubicBezTo>
                      <a:pt x="2361" y="5742"/>
                      <a:pt x="2416" y="5738"/>
                      <a:pt x="2471" y="5730"/>
                    </a:cubicBezTo>
                    <a:cubicBezTo>
                      <a:pt x="3453" y="5575"/>
                      <a:pt x="4029" y="4172"/>
                      <a:pt x="3790" y="2585"/>
                    </a:cubicBezTo>
                    <a:cubicBezTo>
                      <a:pt x="3554" y="1115"/>
                      <a:pt x="2667" y="0"/>
                      <a:pt x="1749" y="0"/>
                    </a:cubicBezTo>
                    <a:close/>
                  </a:path>
                </a:pathLst>
              </a:custGeom>
              <a:solidFill>
                <a:srgbClr val="FBF7E4">
                  <a:alpha val="22745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4" name="Google Shape;604;p26"/>
              <p:cNvSpPr/>
              <p:nvPr/>
            </p:nvSpPr>
            <p:spPr>
              <a:xfrm>
                <a:off x="3686625" y="2868000"/>
                <a:ext cx="493075" cy="433775"/>
              </a:xfrm>
              <a:custGeom>
                <a:rect b="b" l="l" r="r" t="t"/>
                <a:pathLst>
                  <a:path extrusionOk="0" h="17351" w="19723">
                    <a:moveTo>
                      <a:pt x="5978" y="0"/>
                    </a:moveTo>
                    <a:cubicBezTo>
                      <a:pt x="5271" y="0"/>
                      <a:pt x="4571" y="122"/>
                      <a:pt x="3917" y="408"/>
                    </a:cubicBezTo>
                    <a:cubicBezTo>
                      <a:pt x="2288" y="1124"/>
                      <a:pt x="1222" y="2766"/>
                      <a:pt x="702" y="4493"/>
                    </a:cubicBezTo>
                    <a:cubicBezTo>
                      <a:pt x="0" y="6865"/>
                      <a:pt x="253" y="9504"/>
                      <a:pt x="1362" y="11736"/>
                    </a:cubicBezTo>
                    <a:cubicBezTo>
                      <a:pt x="2457" y="13968"/>
                      <a:pt x="4408" y="15751"/>
                      <a:pt x="6724" y="16663"/>
                    </a:cubicBezTo>
                    <a:cubicBezTo>
                      <a:pt x="7869" y="17121"/>
                      <a:pt x="9106" y="17351"/>
                      <a:pt x="10341" y="17351"/>
                    </a:cubicBezTo>
                    <a:cubicBezTo>
                      <a:pt x="12288" y="17351"/>
                      <a:pt x="14229" y="16781"/>
                      <a:pt x="15792" y="15639"/>
                    </a:cubicBezTo>
                    <a:cubicBezTo>
                      <a:pt x="18361" y="13758"/>
                      <a:pt x="19723" y="10305"/>
                      <a:pt x="18923" y="7230"/>
                    </a:cubicBezTo>
                    <a:cubicBezTo>
                      <a:pt x="18375" y="5069"/>
                      <a:pt x="16733" y="3230"/>
                      <a:pt x="14669" y="2373"/>
                    </a:cubicBezTo>
                    <a:cubicBezTo>
                      <a:pt x="14655" y="2373"/>
                      <a:pt x="14655" y="2345"/>
                      <a:pt x="14641" y="2345"/>
                    </a:cubicBezTo>
                    <a:cubicBezTo>
                      <a:pt x="13617" y="1924"/>
                      <a:pt x="12620" y="1994"/>
                      <a:pt x="11581" y="1770"/>
                    </a:cubicBezTo>
                    <a:cubicBezTo>
                      <a:pt x="10655" y="1559"/>
                      <a:pt x="9812" y="1054"/>
                      <a:pt x="8914" y="647"/>
                    </a:cubicBezTo>
                    <a:cubicBezTo>
                      <a:pt x="8591" y="492"/>
                      <a:pt x="8240" y="366"/>
                      <a:pt x="7889" y="268"/>
                    </a:cubicBezTo>
                    <a:cubicBezTo>
                      <a:pt x="7267" y="101"/>
                      <a:pt x="6620" y="0"/>
                      <a:pt x="59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3741725" y="2923850"/>
                <a:ext cx="177600" cy="303775"/>
              </a:xfrm>
              <a:custGeom>
                <a:rect b="b" l="l" r="r" t="t"/>
                <a:pathLst>
                  <a:path extrusionOk="0" h="12151" w="7104">
                    <a:moveTo>
                      <a:pt x="4218" y="0"/>
                    </a:moveTo>
                    <a:cubicBezTo>
                      <a:pt x="3690" y="0"/>
                      <a:pt x="3174" y="98"/>
                      <a:pt x="2780" y="266"/>
                    </a:cubicBezTo>
                    <a:cubicBezTo>
                      <a:pt x="1432" y="869"/>
                      <a:pt x="520" y="2259"/>
                      <a:pt x="253" y="3719"/>
                    </a:cubicBezTo>
                    <a:cubicBezTo>
                      <a:pt x="0" y="5165"/>
                      <a:pt x="281" y="6681"/>
                      <a:pt x="786" y="8085"/>
                    </a:cubicBezTo>
                    <a:cubicBezTo>
                      <a:pt x="1334" y="9573"/>
                      <a:pt x="2190" y="11046"/>
                      <a:pt x="3580" y="11819"/>
                    </a:cubicBezTo>
                    <a:cubicBezTo>
                      <a:pt x="3933" y="12008"/>
                      <a:pt x="4345" y="12150"/>
                      <a:pt x="4740" y="12150"/>
                    </a:cubicBezTo>
                    <a:cubicBezTo>
                      <a:pt x="4989" y="12150"/>
                      <a:pt x="5230" y="12094"/>
                      <a:pt x="5447" y="11959"/>
                    </a:cubicBezTo>
                    <a:cubicBezTo>
                      <a:pt x="5924" y="11664"/>
                      <a:pt x="6121" y="11046"/>
                      <a:pt x="6106" y="10471"/>
                    </a:cubicBezTo>
                    <a:cubicBezTo>
                      <a:pt x="6078" y="9909"/>
                      <a:pt x="5896" y="9362"/>
                      <a:pt x="5770" y="8801"/>
                    </a:cubicBezTo>
                    <a:cubicBezTo>
                      <a:pt x="5447" y="7467"/>
                      <a:pt x="5489" y="6063"/>
                      <a:pt x="5896" y="4758"/>
                    </a:cubicBezTo>
                    <a:cubicBezTo>
                      <a:pt x="6191" y="3775"/>
                      <a:pt x="7103" y="1950"/>
                      <a:pt x="6457" y="940"/>
                    </a:cubicBezTo>
                    <a:cubicBezTo>
                      <a:pt x="6018" y="272"/>
                      <a:pt x="5101" y="0"/>
                      <a:pt x="4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3782425" y="2974625"/>
                <a:ext cx="76875" cy="191500"/>
              </a:xfrm>
              <a:custGeom>
                <a:rect b="b" l="l" r="r" t="t"/>
                <a:pathLst>
                  <a:path extrusionOk="0" h="7660" w="3075">
                    <a:moveTo>
                      <a:pt x="2088" y="1"/>
                    </a:moveTo>
                    <a:cubicBezTo>
                      <a:pt x="1610" y="1"/>
                      <a:pt x="1166" y="393"/>
                      <a:pt x="899" y="818"/>
                    </a:cubicBezTo>
                    <a:cubicBezTo>
                      <a:pt x="141" y="1983"/>
                      <a:pt x="1" y="3471"/>
                      <a:pt x="352" y="4804"/>
                    </a:cubicBezTo>
                    <a:cubicBezTo>
                      <a:pt x="482" y="5280"/>
                      <a:pt x="1389" y="7659"/>
                      <a:pt x="2217" y="7659"/>
                    </a:cubicBezTo>
                    <a:cubicBezTo>
                      <a:pt x="2367" y="7659"/>
                      <a:pt x="2514" y="7582"/>
                      <a:pt x="2654" y="7401"/>
                    </a:cubicBezTo>
                    <a:cubicBezTo>
                      <a:pt x="3005" y="6924"/>
                      <a:pt x="2626" y="5717"/>
                      <a:pt x="2612" y="5155"/>
                    </a:cubicBezTo>
                    <a:cubicBezTo>
                      <a:pt x="2583" y="4299"/>
                      <a:pt x="2612" y="3401"/>
                      <a:pt x="2808" y="2558"/>
                    </a:cubicBezTo>
                    <a:cubicBezTo>
                      <a:pt x="2906" y="2095"/>
                      <a:pt x="3075" y="1632"/>
                      <a:pt x="3047" y="1155"/>
                    </a:cubicBezTo>
                    <a:cubicBezTo>
                      <a:pt x="3033" y="663"/>
                      <a:pt x="2766" y="158"/>
                      <a:pt x="2317" y="32"/>
                    </a:cubicBezTo>
                    <a:cubicBezTo>
                      <a:pt x="2240" y="10"/>
                      <a:pt x="2164" y="1"/>
                      <a:pt x="208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7" name="Google Shape;607;p26"/>
              <p:cNvSpPr/>
              <p:nvPr/>
            </p:nvSpPr>
            <p:spPr>
              <a:xfrm>
                <a:off x="3846300" y="2951175"/>
                <a:ext cx="9850" cy="9875"/>
              </a:xfrm>
              <a:custGeom>
                <a:rect b="b" l="l" r="r" t="t"/>
                <a:pathLst>
                  <a:path extrusionOk="0" h="395" w="394">
                    <a:moveTo>
                      <a:pt x="267" y="1"/>
                    </a:moveTo>
                    <a:cubicBezTo>
                      <a:pt x="239" y="1"/>
                      <a:pt x="211" y="29"/>
                      <a:pt x="197" y="43"/>
                    </a:cubicBezTo>
                    <a:lnTo>
                      <a:pt x="42" y="212"/>
                    </a:lnTo>
                    <a:cubicBezTo>
                      <a:pt x="28" y="240"/>
                      <a:pt x="28" y="240"/>
                      <a:pt x="28" y="254"/>
                    </a:cubicBezTo>
                    <a:cubicBezTo>
                      <a:pt x="28" y="268"/>
                      <a:pt x="0" y="282"/>
                      <a:pt x="0" y="282"/>
                    </a:cubicBezTo>
                    <a:cubicBezTo>
                      <a:pt x="0" y="324"/>
                      <a:pt x="28" y="338"/>
                      <a:pt x="42" y="352"/>
                    </a:cubicBezTo>
                    <a:cubicBezTo>
                      <a:pt x="57" y="380"/>
                      <a:pt x="99" y="394"/>
                      <a:pt x="127" y="394"/>
                    </a:cubicBezTo>
                    <a:cubicBezTo>
                      <a:pt x="169" y="394"/>
                      <a:pt x="183" y="380"/>
                      <a:pt x="197" y="352"/>
                    </a:cubicBezTo>
                    <a:cubicBezTo>
                      <a:pt x="253" y="310"/>
                      <a:pt x="309" y="240"/>
                      <a:pt x="351" y="183"/>
                    </a:cubicBezTo>
                    <a:cubicBezTo>
                      <a:pt x="365" y="169"/>
                      <a:pt x="365" y="169"/>
                      <a:pt x="365" y="141"/>
                    </a:cubicBezTo>
                    <a:cubicBezTo>
                      <a:pt x="393" y="127"/>
                      <a:pt x="393" y="113"/>
                      <a:pt x="393" y="113"/>
                    </a:cubicBezTo>
                    <a:cubicBezTo>
                      <a:pt x="393" y="71"/>
                      <a:pt x="365" y="57"/>
                      <a:pt x="351" y="43"/>
                    </a:cubicBezTo>
                    <a:cubicBezTo>
                      <a:pt x="337" y="29"/>
                      <a:pt x="309" y="1"/>
                      <a:pt x="2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8" name="Google Shape;608;p26"/>
              <p:cNvSpPr/>
              <p:nvPr/>
            </p:nvSpPr>
            <p:spPr>
              <a:xfrm>
                <a:off x="3798225" y="2957400"/>
                <a:ext cx="14050" cy="13075"/>
              </a:xfrm>
              <a:custGeom>
                <a:rect b="b" l="l" r="r" t="t"/>
                <a:pathLst>
                  <a:path extrusionOk="0" h="523" w="562">
                    <a:moveTo>
                      <a:pt x="115" y="0"/>
                    </a:moveTo>
                    <a:cubicBezTo>
                      <a:pt x="90" y="0"/>
                      <a:pt x="68" y="9"/>
                      <a:pt x="56" y="33"/>
                    </a:cubicBezTo>
                    <a:cubicBezTo>
                      <a:pt x="14" y="75"/>
                      <a:pt x="0" y="159"/>
                      <a:pt x="56" y="187"/>
                    </a:cubicBezTo>
                    <a:lnTo>
                      <a:pt x="351" y="496"/>
                    </a:lnTo>
                    <a:cubicBezTo>
                      <a:pt x="367" y="511"/>
                      <a:pt x="403" y="523"/>
                      <a:pt x="438" y="523"/>
                    </a:cubicBezTo>
                    <a:cubicBezTo>
                      <a:pt x="466" y="523"/>
                      <a:pt x="493" y="515"/>
                      <a:pt x="506" y="496"/>
                    </a:cubicBezTo>
                    <a:cubicBezTo>
                      <a:pt x="548" y="454"/>
                      <a:pt x="562" y="384"/>
                      <a:pt x="506" y="328"/>
                    </a:cubicBezTo>
                    <a:lnTo>
                      <a:pt x="211" y="33"/>
                    </a:lnTo>
                    <a:cubicBezTo>
                      <a:pt x="187" y="17"/>
                      <a:pt x="148" y="0"/>
                      <a:pt x="1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3782775" y="2984525"/>
                <a:ext cx="9150" cy="8100"/>
              </a:xfrm>
              <a:custGeom>
                <a:rect b="b" l="l" r="r" t="t"/>
                <a:pathLst>
                  <a:path extrusionOk="0" h="324" w="366">
                    <a:moveTo>
                      <a:pt x="85" y="1"/>
                    </a:moveTo>
                    <a:cubicBezTo>
                      <a:pt x="71" y="1"/>
                      <a:pt x="57" y="29"/>
                      <a:pt x="57" y="29"/>
                    </a:cubicBezTo>
                    <a:cubicBezTo>
                      <a:pt x="43" y="29"/>
                      <a:pt x="43" y="43"/>
                      <a:pt x="15" y="57"/>
                    </a:cubicBezTo>
                    <a:cubicBezTo>
                      <a:pt x="1" y="71"/>
                      <a:pt x="1" y="113"/>
                      <a:pt x="1" y="141"/>
                    </a:cubicBezTo>
                    <a:cubicBezTo>
                      <a:pt x="1" y="183"/>
                      <a:pt x="15" y="197"/>
                      <a:pt x="57" y="211"/>
                    </a:cubicBezTo>
                    <a:cubicBezTo>
                      <a:pt x="113" y="253"/>
                      <a:pt x="141" y="267"/>
                      <a:pt x="197" y="309"/>
                    </a:cubicBezTo>
                    <a:cubicBezTo>
                      <a:pt x="211" y="323"/>
                      <a:pt x="253" y="323"/>
                      <a:pt x="281" y="323"/>
                    </a:cubicBezTo>
                    <a:cubicBezTo>
                      <a:pt x="295" y="323"/>
                      <a:pt x="323" y="309"/>
                      <a:pt x="323" y="309"/>
                    </a:cubicBezTo>
                    <a:cubicBezTo>
                      <a:pt x="338" y="309"/>
                      <a:pt x="338" y="281"/>
                      <a:pt x="352" y="267"/>
                    </a:cubicBezTo>
                    <a:cubicBezTo>
                      <a:pt x="366" y="239"/>
                      <a:pt x="366" y="211"/>
                      <a:pt x="366" y="183"/>
                    </a:cubicBezTo>
                    <a:cubicBezTo>
                      <a:pt x="366" y="141"/>
                      <a:pt x="352" y="127"/>
                      <a:pt x="323" y="113"/>
                    </a:cubicBezTo>
                    <a:cubicBezTo>
                      <a:pt x="267" y="71"/>
                      <a:pt x="225" y="57"/>
                      <a:pt x="183" y="29"/>
                    </a:cubicBezTo>
                    <a:cubicBezTo>
                      <a:pt x="155" y="1"/>
                      <a:pt x="127" y="1"/>
                      <a:pt x="8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0" name="Google Shape;610;p26"/>
              <p:cNvSpPr/>
              <p:nvPr/>
            </p:nvSpPr>
            <p:spPr>
              <a:xfrm>
                <a:off x="3762775" y="3021100"/>
                <a:ext cx="15125" cy="12500"/>
              </a:xfrm>
              <a:custGeom>
                <a:rect b="b" l="l" r="r" t="t"/>
                <a:pathLst>
                  <a:path extrusionOk="0" h="500" w="605">
                    <a:moveTo>
                      <a:pt x="232" y="1"/>
                    </a:moveTo>
                    <a:cubicBezTo>
                      <a:pt x="218" y="1"/>
                      <a:pt x="204" y="4"/>
                      <a:pt x="183" y="11"/>
                    </a:cubicBezTo>
                    <a:cubicBezTo>
                      <a:pt x="155" y="11"/>
                      <a:pt x="141" y="40"/>
                      <a:pt x="99" y="40"/>
                    </a:cubicBezTo>
                    <a:cubicBezTo>
                      <a:pt x="71" y="54"/>
                      <a:pt x="43" y="68"/>
                      <a:pt x="29" y="82"/>
                    </a:cubicBezTo>
                    <a:cubicBezTo>
                      <a:pt x="15" y="110"/>
                      <a:pt x="0" y="138"/>
                      <a:pt x="0" y="152"/>
                    </a:cubicBezTo>
                    <a:lnTo>
                      <a:pt x="0" y="208"/>
                    </a:lnTo>
                    <a:cubicBezTo>
                      <a:pt x="0" y="250"/>
                      <a:pt x="15" y="278"/>
                      <a:pt x="29" y="320"/>
                    </a:cubicBezTo>
                    <a:cubicBezTo>
                      <a:pt x="43" y="334"/>
                      <a:pt x="43" y="348"/>
                      <a:pt x="71" y="362"/>
                    </a:cubicBezTo>
                    <a:cubicBezTo>
                      <a:pt x="99" y="405"/>
                      <a:pt x="141" y="419"/>
                      <a:pt x="169" y="419"/>
                    </a:cubicBezTo>
                    <a:cubicBezTo>
                      <a:pt x="225" y="433"/>
                      <a:pt x="281" y="475"/>
                      <a:pt x="323" y="489"/>
                    </a:cubicBezTo>
                    <a:cubicBezTo>
                      <a:pt x="344" y="496"/>
                      <a:pt x="358" y="499"/>
                      <a:pt x="372" y="499"/>
                    </a:cubicBezTo>
                    <a:cubicBezTo>
                      <a:pt x="387" y="499"/>
                      <a:pt x="401" y="496"/>
                      <a:pt x="422" y="489"/>
                    </a:cubicBezTo>
                    <a:cubicBezTo>
                      <a:pt x="450" y="489"/>
                      <a:pt x="464" y="475"/>
                      <a:pt x="506" y="475"/>
                    </a:cubicBezTo>
                    <a:cubicBezTo>
                      <a:pt x="534" y="447"/>
                      <a:pt x="562" y="433"/>
                      <a:pt x="576" y="419"/>
                    </a:cubicBezTo>
                    <a:cubicBezTo>
                      <a:pt x="590" y="405"/>
                      <a:pt x="604" y="362"/>
                      <a:pt x="604" y="348"/>
                    </a:cubicBezTo>
                    <a:lnTo>
                      <a:pt x="604" y="292"/>
                    </a:lnTo>
                    <a:cubicBezTo>
                      <a:pt x="604" y="264"/>
                      <a:pt x="590" y="222"/>
                      <a:pt x="576" y="194"/>
                    </a:cubicBezTo>
                    <a:cubicBezTo>
                      <a:pt x="562" y="180"/>
                      <a:pt x="562" y="152"/>
                      <a:pt x="534" y="138"/>
                    </a:cubicBezTo>
                    <a:cubicBezTo>
                      <a:pt x="506" y="110"/>
                      <a:pt x="464" y="82"/>
                      <a:pt x="436" y="82"/>
                    </a:cubicBezTo>
                    <a:cubicBezTo>
                      <a:pt x="379" y="68"/>
                      <a:pt x="323" y="40"/>
                      <a:pt x="281" y="11"/>
                    </a:cubicBezTo>
                    <a:cubicBezTo>
                      <a:pt x="260" y="4"/>
                      <a:pt x="246" y="1"/>
                      <a:pt x="2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1" name="Google Shape;611;p26"/>
              <p:cNvSpPr/>
              <p:nvPr/>
            </p:nvSpPr>
            <p:spPr>
              <a:xfrm>
                <a:off x="3766975" y="3089100"/>
                <a:ext cx="10225" cy="7400"/>
              </a:xfrm>
              <a:custGeom>
                <a:rect b="b" l="l" r="r" t="t"/>
                <a:pathLst>
                  <a:path extrusionOk="0" h="296" w="409">
                    <a:moveTo>
                      <a:pt x="282" y="1"/>
                    </a:moveTo>
                    <a:cubicBezTo>
                      <a:pt x="226" y="1"/>
                      <a:pt x="183" y="15"/>
                      <a:pt x="127" y="29"/>
                    </a:cubicBezTo>
                    <a:cubicBezTo>
                      <a:pt x="71" y="71"/>
                      <a:pt x="43" y="99"/>
                      <a:pt x="15" y="141"/>
                    </a:cubicBezTo>
                    <a:cubicBezTo>
                      <a:pt x="15" y="155"/>
                      <a:pt x="1" y="169"/>
                      <a:pt x="1" y="169"/>
                    </a:cubicBezTo>
                    <a:lnTo>
                      <a:pt x="1" y="211"/>
                    </a:lnTo>
                    <a:cubicBezTo>
                      <a:pt x="1" y="225"/>
                      <a:pt x="15" y="239"/>
                      <a:pt x="15" y="239"/>
                    </a:cubicBezTo>
                    <a:cubicBezTo>
                      <a:pt x="15" y="267"/>
                      <a:pt x="43" y="267"/>
                      <a:pt x="57" y="281"/>
                    </a:cubicBezTo>
                    <a:cubicBezTo>
                      <a:pt x="71" y="295"/>
                      <a:pt x="113" y="295"/>
                      <a:pt x="141" y="295"/>
                    </a:cubicBezTo>
                    <a:cubicBezTo>
                      <a:pt x="183" y="295"/>
                      <a:pt x="197" y="281"/>
                      <a:pt x="211" y="239"/>
                    </a:cubicBezTo>
                    <a:cubicBezTo>
                      <a:pt x="211" y="225"/>
                      <a:pt x="226" y="225"/>
                      <a:pt x="240" y="211"/>
                    </a:cubicBezTo>
                    <a:lnTo>
                      <a:pt x="268" y="197"/>
                    </a:lnTo>
                    <a:cubicBezTo>
                      <a:pt x="282" y="197"/>
                      <a:pt x="282" y="197"/>
                      <a:pt x="296" y="169"/>
                    </a:cubicBezTo>
                    <a:lnTo>
                      <a:pt x="310" y="169"/>
                    </a:lnTo>
                    <a:cubicBezTo>
                      <a:pt x="338" y="169"/>
                      <a:pt x="338" y="155"/>
                      <a:pt x="352" y="155"/>
                    </a:cubicBezTo>
                    <a:cubicBezTo>
                      <a:pt x="366" y="141"/>
                      <a:pt x="366" y="141"/>
                      <a:pt x="366" y="127"/>
                    </a:cubicBezTo>
                    <a:cubicBezTo>
                      <a:pt x="373" y="131"/>
                      <a:pt x="380" y="133"/>
                      <a:pt x="385" y="133"/>
                    </a:cubicBezTo>
                    <a:cubicBezTo>
                      <a:pt x="400" y="133"/>
                      <a:pt x="408" y="119"/>
                      <a:pt x="408" y="99"/>
                    </a:cubicBezTo>
                    <a:cubicBezTo>
                      <a:pt x="408" y="71"/>
                      <a:pt x="380" y="57"/>
                      <a:pt x="366" y="29"/>
                    </a:cubicBezTo>
                    <a:cubicBezTo>
                      <a:pt x="352" y="15"/>
                      <a:pt x="324" y="1"/>
                      <a:pt x="2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2" name="Google Shape;612;p26"/>
              <p:cNvSpPr/>
              <p:nvPr/>
            </p:nvSpPr>
            <p:spPr>
              <a:xfrm>
                <a:off x="3772600" y="3103850"/>
                <a:ext cx="8800" cy="7750"/>
              </a:xfrm>
              <a:custGeom>
                <a:rect b="b" l="l" r="r" t="t"/>
                <a:pathLst>
                  <a:path extrusionOk="0" h="310" w="352">
                    <a:moveTo>
                      <a:pt x="225" y="0"/>
                    </a:moveTo>
                    <a:cubicBezTo>
                      <a:pt x="211" y="0"/>
                      <a:pt x="197" y="0"/>
                      <a:pt x="183" y="14"/>
                    </a:cubicBezTo>
                    <a:lnTo>
                      <a:pt x="57" y="84"/>
                    </a:lnTo>
                    <a:cubicBezTo>
                      <a:pt x="43" y="84"/>
                      <a:pt x="43" y="113"/>
                      <a:pt x="15" y="127"/>
                    </a:cubicBezTo>
                    <a:cubicBezTo>
                      <a:pt x="1" y="141"/>
                      <a:pt x="1" y="141"/>
                      <a:pt x="1" y="155"/>
                    </a:cubicBezTo>
                    <a:lnTo>
                      <a:pt x="1" y="211"/>
                    </a:lnTo>
                    <a:cubicBezTo>
                      <a:pt x="1" y="225"/>
                      <a:pt x="1" y="253"/>
                      <a:pt x="15" y="253"/>
                    </a:cubicBezTo>
                    <a:lnTo>
                      <a:pt x="43" y="267"/>
                    </a:lnTo>
                    <a:cubicBezTo>
                      <a:pt x="57" y="281"/>
                      <a:pt x="71" y="281"/>
                      <a:pt x="99" y="309"/>
                    </a:cubicBezTo>
                    <a:lnTo>
                      <a:pt x="127" y="309"/>
                    </a:lnTo>
                    <a:cubicBezTo>
                      <a:pt x="141" y="309"/>
                      <a:pt x="155" y="309"/>
                      <a:pt x="183" y="281"/>
                    </a:cubicBezTo>
                    <a:lnTo>
                      <a:pt x="309" y="211"/>
                    </a:lnTo>
                    <a:cubicBezTo>
                      <a:pt x="323" y="211"/>
                      <a:pt x="323" y="197"/>
                      <a:pt x="337" y="183"/>
                    </a:cubicBezTo>
                    <a:cubicBezTo>
                      <a:pt x="351" y="155"/>
                      <a:pt x="351" y="155"/>
                      <a:pt x="351" y="141"/>
                    </a:cubicBezTo>
                    <a:lnTo>
                      <a:pt x="351" y="84"/>
                    </a:lnTo>
                    <a:cubicBezTo>
                      <a:pt x="351" y="70"/>
                      <a:pt x="351" y="56"/>
                      <a:pt x="337" y="56"/>
                    </a:cubicBezTo>
                    <a:lnTo>
                      <a:pt x="323" y="42"/>
                    </a:lnTo>
                    <a:cubicBezTo>
                      <a:pt x="295" y="14"/>
                      <a:pt x="281" y="14"/>
                      <a:pt x="2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3" name="Google Shape;613;p26"/>
              <p:cNvSpPr/>
              <p:nvPr/>
            </p:nvSpPr>
            <p:spPr>
              <a:xfrm>
                <a:off x="3808750" y="3178250"/>
                <a:ext cx="6700" cy="10900"/>
              </a:xfrm>
              <a:custGeom>
                <a:rect b="b" l="l" r="r" t="t"/>
                <a:pathLst>
                  <a:path extrusionOk="0" h="436" w="268">
                    <a:moveTo>
                      <a:pt x="169" y="0"/>
                    </a:moveTo>
                    <a:cubicBezTo>
                      <a:pt x="141" y="0"/>
                      <a:pt x="127" y="0"/>
                      <a:pt x="85" y="14"/>
                    </a:cubicBezTo>
                    <a:cubicBezTo>
                      <a:pt x="71" y="28"/>
                      <a:pt x="28" y="42"/>
                      <a:pt x="28" y="84"/>
                    </a:cubicBezTo>
                    <a:lnTo>
                      <a:pt x="0" y="295"/>
                    </a:lnTo>
                    <a:cubicBezTo>
                      <a:pt x="0" y="323"/>
                      <a:pt x="0" y="351"/>
                      <a:pt x="14" y="379"/>
                    </a:cubicBezTo>
                    <a:cubicBezTo>
                      <a:pt x="28" y="393"/>
                      <a:pt x="57" y="435"/>
                      <a:pt x="85" y="435"/>
                    </a:cubicBezTo>
                    <a:cubicBezTo>
                      <a:pt x="127" y="435"/>
                      <a:pt x="141" y="435"/>
                      <a:pt x="169" y="421"/>
                    </a:cubicBezTo>
                    <a:cubicBezTo>
                      <a:pt x="197" y="393"/>
                      <a:pt x="225" y="379"/>
                      <a:pt x="225" y="351"/>
                    </a:cubicBezTo>
                    <a:lnTo>
                      <a:pt x="267" y="141"/>
                    </a:lnTo>
                    <a:cubicBezTo>
                      <a:pt x="267" y="98"/>
                      <a:pt x="267" y="84"/>
                      <a:pt x="239" y="42"/>
                    </a:cubicBezTo>
                    <a:cubicBezTo>
                      <a:pt x="225" y="28"/>
                      <a:pt x="211" y="0"/>
                      <a:pt x="1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4" name="Google Shape;614;p26"/>
              <p:cNvSpPr/>
              <p:nvPr/>
            </p:nvSpPr>
            <p:spPr>
              <a:xfrm>
                <a:off x="3845950" y="3193325"/>
                <a:ext cx="14050" cy="21100"/>
              </a:xfrm>
              <a:custGeom>
                <a:rect b="b" l="l" r="r" t="t"/>
                <a:pathLst>
                  <a:path extrusionOk="0" h="844" w="562">
                    <a:moveTo>
                      <a:pt x="183" y="1"/>
                    </a:moveTo>
                    <a:cubicBezTo>
                      <a:pt x="127" y="29"/>
                      <a:pt x="71" y="57"/>
                      <a:pt x="28" y="113"/>
                    </a:cubicBezTo>
                    <a:cubicBezTo>
                      <a:pt x="0" y="155"/>
                      <a:pt x="0" y="211"/>
                      <a:pt x="14" y="282"/>
                    </a:cubicBezTo>
                    <a:cubicBezTo>
                      <a:pt x="56" y="408"/>
                      <a:pt x="71" y="548"/>
                      <a:pt x="99" y="675"/>
                    </a:cubicBezTo>
                    <a:cubicBezTo>
                      <a:pt x="127" y="731"/>
                      <a:pt x="155" y="773"/>
                      <a:pt x="211" y="815"/>
                    </a:cubicBezTo>
                    <a:cubicBezTo>
                      <a:pt x="225" y="829"/>
                      <a:pt x="267" y="843"/>
                      <a:pt x="295" y="843"/>
                    </a:cubicBezTo>
                    <a:lnTo>
                      <a:pt x="379" y="843"/>
                    </a:lnTo>
                    <a:cubicBezTo>
                      <a:pt x="435" y="829"/>
                      <a:pt x="492" y="801"/>
                      <a:pt x="534" y="745"/>
                    </a:cubicBezTo>
                    <a:cubicBezTo>
                      <a:pt x="562" y="689"/>
                      <a:pt x="562" y="618"/>
                      <a:pt x="548" y="562"/>
                    </a:cubicBezTo>
                    <a:cubicBezTo>
                      <a:pt x="506" y="450"/>
                      <a:pt x="492" y="310"/>
                      <a:pt x="464" y="183"/>
                    </a:cubicBezTo>
                    <a:cubicBezTo>
                      <a:pt x="435" y="127"/>
                      <a:pt x="407" y="71"/>
                      <a:pt x="351" y="43"/>
                    </a:cubicBezTo>
                    <a:cubicBezTo>
                      <a:pt x="337" y="29"/>
                      <a:pt x="295" y="1"/>
                      <a:pt x="2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5" name="Google Shape;615;p26"/>
              <p:cNvSpPr/>
              <p:nvPr/>
            </p:nvSpPr>
            <p:spPr>
              <a:xfrm>
                <a:off x="3870850" y="3167000"/>
                <a:ext cx="11975" cy="8450"/>
              </a:xfrm>
              <a:custGeom>
                <a:rect b="b" l="l" r="r" t="t"/>
                <a:pathLst>
                  <a:path extrusionOk="0" h="338" w="479">
                    <a:moveTo>
                      <a:pt x="85" y="1"/>
                    </a:moveTo>
                    <a:cubicBezTo>
                      <a:pt x="71" y="1"/>
                      <a:pt x="43" y="43"/>
                      <a:pt x="29" y="57"/>
                    </a:cubicBezTo>
                    <a:cubicBezTo>
                      <a:pt x="1" y="71"/>
                      <a:pt x="1" y="113"/>
                      <a:pt x="1" y="141"/>
                    </a:cubicBezTo>
                    <a:cubicBezTo>
                      <a:pt x="1" y="155"/>
                      <a:pt x="29" y="197"/>
                      <a:pt x="57" y="212"/>
                    </a:cubicBezTo>
                    <a:cubicBezTo>
                      <a:pt x="127" y="254"/>
                      <a:pt x="212" y="282"/>
                      <a:pt x="282" y="324"/>
                    </a:cubicBezTo>
                    <a:cubicBezTo>
                      <a:pt x="324" y="338"/>
                      <a:pt x="338" y="338"/>
                      <a:pt x="380" y="338"/>
                    </a:cubicBezTo>
                    <a:cubicBezTo>
                      <a:pt x="394" y="338"/>
                      <a:pt x="422" y="296"/>
                      <a:pt x="436" y="282"/>
                    </a:cubicBezTo>
                    <a:cubicBezTo>
                      <a:pt x="464" y="254"/>
                      <a:pt x="478" y="212"/>
                      <a:pt x="464" y="197"/>
                    </a:cubicBezTo>
                    <a:cubicBezTo>
                      <a:pt x="464" y="183"/>
                      <a:pt x="436" y="141"/>
                      <a:pt x="408" y="127"/>
                    </a:cubicBezTo>
                    <a:cubicBezTo>
                      <a:pt x="338" y="99"/>
                      <a:pt x="254" y="57"/>
                      <a:pt x="183" y="29"/>
                    </a:cubicBezTo>
                    <a:cubicBezTo>
                      <a:pt x="141" y="1"/>
                      <a:pt x="127" y="1"/>
                      <a:pt x="8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6" name="Google Shape;616;p26"/>
              <p:cNvSpPr/>
              <p:nvPr/>
            </p:nvSpPr>
            <p:spPr>
              <a:xfrm>
                <a:off x="3859625" y="3133325"/>
                <a:ext cx="8450" cy="6700"/>
              </a:xfrm>
              <a:custGeom>
                <a:rect b="b" l="l" r="r" t="t"/>
                <a:pathLst>
                  <a:path extrusionOk="0" h="268" w="338">
                    <a:moveTo>
                      <a:pt x="85" y="0"/>
                    </a:moveTo>
                    <a:cubicBezTo>
                      <a:pt x="71" y="0"/>
                      <a:pt x="57" y="0"/>
                      <a:pt x="57" y="14"/>
                    </a:cubicBezTo>
                    <a:cubicBezTo>
                      <a:pt x="29" y="14"/>
                      <a:pt x="29" y="42"/>
                      <a:pt x="15" y="57"/>
                    </a:cubicBezTo>
                    <a:cubicBezTo>
                      <a:pt x="1" y="71"/>
                      <a:pt x="1" y="71"/>
                      <a:pt x="1" y="85"/>
                    </a:cubicBezTo>
                    <a:lnTo>
                      <a:pt x="1" y="127"/>
                    </a:lnTo>
                    <a:cubicBezTo>
                      <a:pt x="1" y="141"/>
                      <a:pt x="1" y="155"/>
                      <a:pt x="15" y="183"/>
                    </a:cubicBezTo>
                    <a:cubicBezTo>
                      <a:pt x="29" y="197"/>
                      <a:pt x="57" y="225"/>
                      <a:pt x="85" y="225"/>
                    </a:cubicBezTo>
                    <a:lnTo>
                      <a:pt x="197" y="267"/>
                    </a:lnTo>
                    <a:lnTo>
                      <a:pt x="239" y="267"/>
                    </a:lnTo>
                    <a:cubicBezTo>
                      <a:pt x="267" y="267"/>
                      <a:pt x="282" y="267"/>
                      <a:pt x="282" y="253"/>
                    </a:cubicBezTo>
                    <a:cubicBezTo>
                      <a:pt x="296" y="253"/>
                      <a:pt x="296" y="225"/>
                      <a:pt x="310" y="211"/>
                    </a:cubicBezTo>
                    <a:cubicBezTo>
                      <a:pt x="338" y="197"/>
                      <a:pt x="338" y="197"/>
                      <a:pt x="338" y="183"/>
                    </a:cubicBezTo>
                    <a:lnTo>
                      <a:pt x="338" y="141"/>
                    </a:lnTo>
                    <a:cubicBezTo>
                      <a:pt x="338" y="127"/>
                      <a:pt x="338" y="99"/>
                      <a:pt x="310" y="85"/>
                    </a:cubicBezTo>
                    <a:cubicBezTo>
                      <a:pt x="296" y="71"/>
                      <a:pt x="282" y="42"/>
                      <a:pt x="239" y="42"/>
                    </a:cubicBezTo>
                    <a:lnTo>
                      <a:pt x="14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26"/>
              <p:cNvSpPr/>
              <p:nvPr/>
            </p:nvSpPr>
            <p:spPr>
              <a:xfrm>
                <a:off x="3860325" y="3048825"/>
                <a:ext cx="14075" cy="11700"/>
              </a:xfrm>
              <a:custGeom>
                <a:rect b="b" l="l" r="r" t="t"/>
                <a:pathLst>
                  <a:path extrusionOk="0" h="468" w="563">
                    <a:moveTo>
                      <a:pt x="245" y="1"/>
                    </a:moveTo>
                    <a:cubicBezTo>
                      <a:pt x="232" y="1"/>
                      <a:pt x="218" y="4"/>
                      <a:pt x="197" y="11"/>
                    </a:cubicBezTo>
                    <a:cubicBezTo>
                      <a:pt x="169" y="11"/>
                      <a:pt x="141" y="25"/>
                      <a:pt x="113" y="25"/>
                    </a:cubicBezTo>
                    <a:cubicBezTo>
                      <a:pt x="71" y="54"/>
                      <a:pt x="57" y="68"/>
                      <a:pt x="43" y="82"/>
                    </a:cubicBezTo>
                    <a:cubicBezTo>
                      <a:pt x="29" y="96"/>
                      <a:pt x="1" y="138"/>
                      <a:pt x="1" y="152"/>
                    </a:cubicBezTo>
                    <a:lnTo>
                      <a:pt x="1" y="208"/>
                    </a:lnTo>
                    <a:cubicBezTo>
                      <a:pt x="1" y="236"/>
                      <a:pt x="29" y="278"/>
                      <a:pt x="43" y="306"/>
                    </a:cubicBezTo>
                    <a:cubicBezTo>
                      <a:pt x="57" y="334"/>
                      <a:pt x="57" y="348"/>
                      <a:pt x="71" y="362"/>
                    </a:cubicBezTo>
                    <a:cubicBezTo>
                      <a:pt x="113" y="404"/>
                      <a:pt x="141" y="418"/>
                      <a:pt x="183" y="418"/>
                    </a:cubicBezTo>
                    <a:lnTo>
                      <a:pt x="282" y="447"/>
                    </a:lnTo>
                    <a:cubicBezTo>
                      <a:pt x="303" y="461"/>
                      <a:pt x="317" y="468"/>
                      <a:pt x="331" y="468"/>
                    </a:cubicBezTo>
                    <a:cubicBezTo>
                      <a:pt x="345" y="468"/>
                      <a:pt x="359" y="461"/>
                      <a:pt x="380" y="447"/>
                    </a:cubicBezTo>
                    <a:cubicBezTo>
                      <a:pt x="408" y="447"/>
                      <a:pt x="422" y="433"/>
                      <a:pt x="464" y="433"/>
                    </a:cubicBezTo>
                    <a:cubicBezTo>
                      <a:pt x="492" y="418"/>
                      <a:pt x="520" y="390"/>
                      <a:pt x="534" y="376"/>
                    </a:cubicBezTo>
                    <a:cubicBezTo>
                      <a:pt x="548" y="362"/>
                      <a:pt x="562" y="334"/>
                      <a:pt x="562" y="306"/>
                    </a:cubicBezTo>
                    <a:lnTo>
                      <a:pt x="562" y="264"/>
                    </a:lnTo>
                    <a:cubicBezTo>
                      <a:pt x="562" y="222"/>
                      <a:pt x="548" y="194"/>
                      <a:pt x="534" y="152"/>
                    </a:cubicBezTo>
                    <a:cubicBezTo>
                      <a:pt x="520" y="138"/>
                      <a:pt x="520" y="124"/>
                      <a:pt x="492" y="96"/>
                    </a:cubicBezTo>
                    <a:cubicBezTo>
                      <a:pt x="464" y="68"/>
                      <a:pt x="422" y="54"/>
                      <a:pt x="394" y="54"/>
                    </a:cubicBezTo>
                    <a:lnTo>
                      <a:pt x="282" y="11"/>
                    </a:lnTo>
                    <a:cubicBezTo>
                      <a:pt x="268" y="4"/>
                      <a:pt x="257" y="1"/>
                      <a:pt x="2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8" name="Google Shape;618;p26"/>
              <p:cNvSpPr/>
              <p:nvPr/>
            </p:nvSpPr>
            <p:spPr>
              <a:xfrm>
                <a:off x="3867350" y="2999975"/>
                <a:ext cx="11600" cy="8450"/>
              </a:xfrm>
              <a:custGeom>
                <a:rect b="b" l="l" r="r" t="t"/>
                <a:pathLst>
                  <a:path extrusionOk="0" h="338" w="464">
                    <a:moveTo>
                      <a:pt x="338" y="0"/>
                    </a:moveTo>
                    <a:cubicBezTo>
                      <a:pt x="323" y="0"/>
                      <a:pt x="309" y="0"/>
                      <a:pt x="281" y="14"/>
                    </a:cubicBezTo>
                    <a:cubicBezTo>
                      <a:pt x="211" y="56"/>
                      <a:pt x="127" y="84"/>
                      <a:pt x="57" y="127"/>
                    </a:cubicBezTo>
                    <a:cubicBezTo>
                      <a:pt x="43" y="141"/>
                      <a:pt x="1" y="155"/>
                      <a:pt x="1" y="197"/>
                    </a:cubicBezTo>
                    <a:cubicBezTo>
                      <a:pt x="1" y="225"/>
                      <a:pt x="1" y="267"/>
                      <a:pt x="29" y="281"/>
                    </a:cubicBezTo>
                    <a:cubicBezTo>
                      <a:pt x="43" y="295"/>
                      <a:pt x="57" y="337"/>
                      <a:pt x="99" y="337"/>
                    </a:cubicBezTo>
                    <a:lnTo>
                      <a:pt x="127" y="337"/>
                    </a:lnTo>
                    <a:cubicBezTo>
                      <a:pt x="141" y="337"/>
                      <a:pt x="169" y="337"/>
                      <a:pt x="183" y="323"/>
                    </a:cubicBezTo>
                    <a:cubicBezTo>
                      <a:pt x="253" y="281"/>
                      <a:pt x="338" y="253"/>
                      <a:pt x="408" y="211"/>
                    </a:cubicBezTo>
                    <a:cubicBezTo>
                      <a:pt x="422" y="197"/>
                      <a:pt x="464" y="169"/>
                      <a:pt x="464" y="141"/>
                    </a:cubicBezTo>
                    <a:cubicBezTo>
                      <a:pt x="464" y="112"/>
                      <a:pt x="464" y="70"/>
                      <a:pt x="450" y="56"/>
                    </a:cubicBezTo>
                    <a:cubicBezTo>
                      <a:pt x="422" y="28"/>
                      <a:pt x="408" y="0"/>
                      <a:pt x="38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9" name="Google Shape;619;p26"/>
              <p:cNvSpPr/>
              <p:nvPr/>
            </p:nvSpPr>
            <p:spPr>
              <a:xfrm>
                <a:off x="3871225" y="2975050"/>
                <a:ext cx="9500" cy="7050"/>
              </a:xfrm>
              <a:custGeom>
                <a:rect b="b" l="l" r="r" t="t"/>
                <a:pathLst>
                  <a:path extrusionOk="0" h="282" w="380">
                    <a:moveTo>
                      <a:pt x="239" y="1"/>
                    </a:moveTo>
                    <a:cubicBezTo>
                      <a:pt x="211" y="1"/>
                      <a:pt x="197" y="1"/>
                      <a:pt x="183" y="15"/>
                    </a:cubicBezTo>
                    <a:cubicBezTo>
                      <a:pt x="140" y="29"/>
                      <a:pt x="112" y="43"/>
                      <a:pt x="56" y="71"/>
                    </a:cubicBezTo>
                    <a:cubicBezTo>
                      <a:pt x="42" y="71"/>
                      <a:pt x="42" y="85"/>
                      <a:pt x="28" y="99"/>
                    </a:cubicBezTo>
                    <a:cubicBezTo>
                      <a:pt x="0" y="113"/>
                      <a:pt x="0" y="113"/>
                      <a:pt x="0" y="141"/>
                    </a:cubicBezTo>
                    <a:lnTo>
                      <a:pt x="0" y="183"/>
                    </a:lnTo>
                    <a:cubicBezTo>
                      <a:pt x="0" y="211"/>
                      <a:pt x="0" y="225"/>
                      <a:pt x="28" y="225"/>
                    </a:cubicBezTo>
                    <a:lnTo>
                      <a:pt x="42" y="239"/>
                    </a:lnTo>
                    <a:cubicBezTo>
                      <a:pt x="56" y="267"/>
                      <a:pt x="70" y="267"/>
                      <a:pt x="98" y="281"/>
                    </a:cubicBezTo>
                    <a:lnTo>
                      <a:pt x="126" y="281"/>
                    </a:lnTo>
                    <a:cubicBezTo>
                      <a:pt x="154" y="281"/>
                      <a:pt x="168" y="281"/>
                      <a:pt x="183" y="267"/>
                    </a:cubicBezTo>
                    <a:cubicBezTo>
                      <a:pt x="225" y="239"/>
                      <a:pt x="253" y="225"/>
                      <a:pt x="309" y="211"/>
                    </a:cubicBezTo>
                    <a:cubicBezTo>
                      <a:pt x="323" y="211"/>
                      <a:pt x="323" y="197"/>
                      <a:pt x="337" y="169"/>
                    </a:cubicBezTo>
                    <a:cubicBezTo>
                      <a:pt x="365" y="155"/>
                      <a:pt x="365" y="155"/>
                      <a:pt x="365" y="141"/>
                    </a:cubicBezTo>
                    <a:cubicBezTo>
                      <a:pt x="379" y="127"/>
                      <a:pt x="379" y="99"/>
                      <a:pt x="365" y="85"/>
                    </a:cubicBezTo>
                    <a:cubicBezTo>
                      <a:pt x="365" y="71"/>
                      <a:pt x="365" y="43"/>
                      <a:pt x="337" y="43"/>
                    </a:cubicBezTo>
                    <a:lnTo>
                      <a:pt x="323" y="29"/>
                    </a:lnTo>
                    <a:cubicBezTo>
                      <a:pt x="309" y="15"/>
                      <a:pt x="281" y="15"/>
                      <a:pt x="2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0" name="Google Shape;620;p26"/>
              <p:cNvSpPr/>
              <p:nvPr/>
            </p:nvSpPr>
            <p:spPr>
              <a:xfrm>
                <a:off x="3916125" y="2976100"/>
                <a:ext cx="213750" cy="287350"/>
              </a:xfrm>
              <a:custGeom>
                <a:rect b="b" l="l" r="r" t="t"/>
                <a:pathLst>
                  <a:path extrusionOk="0" h="11494" w="8550">
                    <a:moveTo>
                      <a:pt x="4662" y="0"/>
                    </a:moveTo>
                    <a:cubicBezTo>
                      <a:pt x="4264" y="0"/>
                      <a:pt x="3884" y="92"/>
                      <a:pt x="3566" y="309"/>
                    </a:cubicBezTo>
                    <a:cubicBezTo>
                      <a:pt x="2598" y="997"/>
                      <a:pt x="2752" y="3047"/>
                      <a:pt x="2654" y="4057"/>
                    </a:cubicBezTo>
                    <a:cubicBezTo>
                      <a:pt x="2513" y="5433"/>
                      <a:pt x="2022" y="6753"/>
                      <a:pt x="1236" y="7848"/>
                    </a:cubicBezTo>
                    <a:cubicBezTo>
                      <a:pt x="899" y="8311"/>
                      <a:pt x="506" y="8732"/>
                      <a:pt x="282" y="9251"/>
                    </a:cubicBezTo>
                    <a:cubicBezTo>
                      <a:pt x="57" y="9785"/>
                      <a:pt x="1" y="10430"/>
                      <a:pt x="338" y="10894"/>
                    </a:cubicBezTo>
                    <a:cubicBezTo>
                      <a:pt x="647" y="11329"/>
                      <a:pt x="1208" y="11493"/>
                      <a:pt x="1755" y="11493"/>
                    </a:cubicBezTo>
                    <a:cubicBezTo>
                      <a:pt x="1879" y="11493"/>
                      <a:pt x="2002" y="11485"/>
                      <a:pt x="2120" y="11469"/>
                    </a:cubicBezTo>
                    <a:cubicBezTo>
                      <a:pt x="3693" y="11273"/>
                      <a:pt x="5040" y="10234"/>
                      <a:pt x="6107" y="9069"/>
                    </a:cubicBezTo>
                    <a:cubicBezTo>
                      <a:pt x="7104" y="7960"/>
                      <a:pt x="7946" y="6682"/>
                      <a:pt x="8255" y="5223"/>
                    </a:cubicBezTo>
                    <a:cubicBezTo>
                      <a:pt x="8550" y="3763"/>
                      <a:pt x="8255" y="2148"/>
                      <a:pt x="7216" y="1082"/>
                    </a:cubicBezTo>
                    <a:cubicBezTo>
                      <a:pt x="6644" y="510"/>
                      <a:pt x="5602" y="0"/>
                      <a:pt x="46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1" name="Google Shape;621;p26"/>
              <p:cNvSpPr/>
              <p:nvPr/>
            </p:nvSpPr>
            <p:spPr>
              <a:xfrm>
                <a:off x="3971575" y="3033575"/>
                <a:ext cx="113025" cy="178800"/>
              </a:xfrm>
              <a:custGeom>
                <a:rect b="b" l="l" r="r" t="t"/>
                <a:pathLst>
                  <a:path extrusionOk="0" h="7152" w="4521">
                    <a:moveTo>
                      <a:pt x="3168" y="0"/>
                    </a:moveTo>
                    <a:cubicBezTo>
                      <a:pt x="2721" y="0"/>
                      <a:pt x="2320" y="350"/>
                      <a:pt x="2134" y="762"/>
                    </a:cubicBezTo>
                    <a:cubicBezTo>
                      <a:pt x="1938" y="1197"/>
                      <a:pt x="1910" y="1688"/>
                      <a:pt x="1840" y="2166"/>
                    </a:cubicBezTo>
                    <a:cubicBezTo>
                      <a:pt x="1699" y="3022"/>
                      <a:pt x="1404" y="3850"/>
                      <a:pt x="1025" y="4636"/>
                    </a:cubicBezTo>
                    <a:cubicBezTo>
                      <a:pt x="801" y="5141"/>
                      <a:pt x="1" y="6138"/>
                      <a:pt x="155" y="6714"/>
                    </a:cubicBezTo>
                    <a:cubicBezTo>
                      <a:pt x="244" y="7026"/>
                      <a:pt x="425" y="7151"/>
                      <a:pt x="657" y="7151"/>
                    </a:cubicBezTo>
                    <a:cubicBezTo>
                      <a:pt x="1490" y="7151"/>
                      <a:pt x="2983" y="5543"/>
                      <a:pt x="3257" y="5170"/>
                    </a:cubicBezTo>
                    <a:cubicBezTo>
                      <a:pt x="4086" y="4061"/>
                      <a:pt x="4521" y="2629"/>
                      <a:pt x="4254" y="1267"/>
                    </a:cubicBezTo>
                    <a:cubicBezTo>
                      <a:pt x="4156" y="692"/>
                      <a:pt x="3819" y="60"/>
                      <a:pt x="3243" y="4"/>
                    </a:cubicBezTo>
                    <a:cubicBezTo>
                      <a:pt x="3218" y="2"/>
                      <a:pt x="3193" y="0"/>
                      <a:pt x="316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2" name="Google Shape;622;p26"/>
              <p:cNvSpPr/>
              <p:nvPr/>
            </p:nvSpPr>
            <p:spPr>
              <a:xfrm>
                <a:off x="4045975" y="3006375"/>
                <a:ext cx="7400" cy="11075"/>
              </a:xfrm>
              <a:custGeom>
                <a:rect b="b" l="l" r="r" t="t"/>
                <a:pathLst>
                  <a:path extrusionOk="0" h="443" w="296">
                    <a:moveTo>
                      <a:pt x="118" y="0"/>
                    </a:moveTo>
                    <a:cubicBezTo>
                      <a:pt x="106" y="0"/>
                      <a:pt x="92" y="4"/>
                      <a:pt x="71" y="11"/>
                    </a:cubicBezTo>
                    <a:cubicBezTo>
                      <a:pt x="57" y="11"/>
                      <a:pt x="43" y="39"/>
                      <a:pt x="15" y="67"/>
                    </a:cubicBezTo>
                    <a:cubicBezTo>
                      <a:pt x="1" y="81"/>
                      <a:pt x="1" y="95"/>
                      <a:pt x="15" y="109"/>
                    </a:cubicBezTo>
                    <a:cubicBezTo>
                      <a:pt x="1" y="109"/>
                      <a:pt x="15" y="123"/>
                      <a:pt x="15" y="151"/>
                    </a:cubicBezTo>
                    <a:cubicBezTo>
                      <a:pt x="43" y="221"/>
                      <a:pt x="71" y="306"/>
                      <a:pt x="85" y="376"/>
                    </a:cubicBezTo>
                    <a:cubicBezTo>
                      <a:pt x="85" y="390"/>
                      <a:pt x="127" y="404"/>
                      <a:pt x="141" y="432"/>
                    </a:cubicBezTo>
                    <a:cubicBezTo>
                      <a:pt x="162" y="439"/>
                      <a:pt x="176" y="443"/>
                      <a:pt x="188" y="443"/>
                    </a:cubicBezTo>
                    <a:cubicBezTo>
                      <a:pt x="201" y="443"/>
                      <a:pt x="211" y="439"/>
                      <a:pt x="225" y="432"/>
                    </a:cubicBezTo>
                    <a:cubicBezTo>
                      <a:pt x="253" y="432"/>
                      <a:pt x="267" y="390"/>
                      <a:pt x="281" y="376"/>
                    </a:cubicBezTo>
                    <a:lnTo>
                      <a:pt x="281" y="320"/>
                    </a:lnTo>
                    <a:cubicBezTo>
                      <a:pt x="295" y="320"/>
                      <a:pt x="281" y="306"/>
                      <a:pt x="281" y="292"/>
                    </a:cubicBezTo>
                    <a:lnTo>
                      <a:pt x="211" y="67"/>
                    </a:lnTo>
                    <a:cubicBezTo>
                      <a:pt x="211" y="39"/>
                      <a:pt x="183" y="25"/>
                      <a:pt x="155" y="11"/>
                    </a:cubicBezTo>
                    <a:cubicBezTo>
                      <a:pt x="141" y="4"/>
                      <a:pt x="130" y="0"/>
                      <a:pt x="11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3" name="Google Shape;623;p26"/>
              <p:cNvSpPr/>
              <p:nvPr/>
            </p:nvSpPr>
            <p:spPr>
              <a:xfrm>
                <a:off x="4081425" y="3031775"/>
                <a:ext cx="15450" cy="9050"/>
              </a:xfrm>
              <a:custGeom>
                <a:rect b="b" l="l" r="r" t="t"/>
                <a:pathLst>
                  <a:path extrusionOk="0" h="362" w="618">
                    <a:moveTo>
                      <a:pt x="505" y="1"/>
                    </a:moveTo>
                    <a:cubicBezTo>
                      <a:pt x="491" y="1"/>
                      <a:pt x="477" y="2"/>
                      <a:pt x="464" y="6"/>
                    </a:cubicBezTo>
                    <a:cubicBezTo>
                      <a:pt x="337" y="62"/>
                      <a:pt x="197" y="118"/>
                      <a:pt x="71" y="160"/>
                    </a:cubicBezTo>
                    <a:cubicBezTo>
                      <a:pt x="28" y="202"/>
                      <a:pt x="0" y="272"/>
                      <a:pt x="28" y="300"/>
                    </a:cubicBezTo>
                    <a:cubicBezTo>
                      <a:pt x="39" y="343"/>
                      <a:pt x="83" y="362"/>
                      <a:pt x="128" y="362"/>
                    </a:cubicBezTo>
                    <a:cubicBezTo>
                      <a:pt x="142" y="362"/>
                      <a:pt x="156" y="360"/>
                      <a:pt x="169" y="357"/>
                    </a:cubicBezTo>
                    <a:cubicBezTo>
                      <a:pt x="281" y="300"/>
                      <a:pt x="421" y="258"/>
                      <a:pt x="548" y="202"/>
                    </a:cubicBezTo>
                    <a:cubicBezTo>
                      <a:pt x="604" y="188"/>
                      <a:pt x="618" y="118"/>
                      <a:pt x="604" y="62"/>
                    </a:cubicBezTo>
                    <a:cubicBezTo>
                      <a:pt x="593" y="19"/>
                      <a:pt x="550" y="1"/>
                      <a:pt x="5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4" name="Google Shape;624;p26"/>
              <p:cNvSpPr/>
              <p:nvPr/>
            </p:nvSpPr>
            <p:spPr>
              <a:xfrm>
                <a:off x="4091600" y="3063125"/>
                <a:ext cx="9500" cy="5650"/>
              </a:xfrm>
              <a:custGeom>
                <a:rect b="b" l="l" r="r" t="t"/>
                <a:pathLst>
                  <a:path extrusionOk="0" h="226" w="380">
                    <a:moveTo>
                      <a:pt x="239" y="1"/>
                    </a:moveTo>
                    <a:cubicBezTo>
                      <a:pt x="197" y="1"/>
                      <a:pt x="141" y="15"/>
                      <a:pt x="85" y="15"/>
                    </a:cubicBezTo>
                    <a:cubicBezTo>
                      <a:pt x="57" y="15"/>
                      <a:pt x="43" y="29"/>
                      <a:pt x="14" y="57"/>
                    </a:cubicBezTo>
                    <a:cubicBezTo>
                      <a:pt x="0" y="85"/>
                      <a:pt x="0" y="127"/>
                      <a:pt x="0" y="141"/>
                    </a:cubicBezTo>
                    <a:cubicBezTo>
                      <a:pt x="0" y="155"/>
                      <a:pt x="14" y="155"/>
                      <a:pt x="14" y="183"/>
                    </a:cubicBezTo>
                    <a:cubicBezTo>
                      <a:pt x="29" y="197"/>
                      <a:pt x="29" y="211"/>
                      <a:pt x="57" y="211"/>
                    </a:cubicBezTo>
                    <a:cubicBezTo>
                      <a:pt x="85" y="226"/>
                      <a:pt x="113" y="226"/>
                      <a:pt x="141" y="226"/>
                    </a:cubicBezTo>
                    <a:cubicBezTo>
                      <a:pt x="197" y="226"/>
                      <a:pt x="239" y="211"/>
                      <a:pt x="295" y="211"/>
                    </a:cubicBezTo>
                    <a:cubicBezTo>
                      <a:pt x="337" y="211"/>
                      <a:pt x="351" y="197"/>
                      <a:pt x="365" y="183"/>
                    </a:cubicBezTo>
                    <a:cubicBezTo>
                      <a:pt x="379" y="141"/>
                      <a:pt x="379" y="127"/>
                      <a:pt x="379" y="85"/>
                    </a:cubicBezTo>
                    <a:cubicBezTo>
                      <a:pt x="379" y="71"/>
                      <a:pt x="365" y="71"/>
                      <a:pt x="365" y="57"/>
                    </a:cubicBezTo>
                    <a:cubicBezTo>
                      <a:pt x="351" y="29"/>
                      <a:pt x="351" y="15"/>
                      <a:pt x="337" y="15"/>
                    </a:cubicBezTo>
                    <a:cubicBezTo>
                      <a:pt x="295" y="1"/>
                      <a:pt x="281" y="1"/>
                      <a:pt x="23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5" name="Google Shape;625;p26"/>
              <p:cNvSpPr/>
              <p:nvPr/>
            </p:nvSpPr>
            <p:spPr>
              <a:xfrm>
                <a:off x="4089850" y="3103150"/>
                <a:ext cx="16150" cy="10900"/>
              </a:xfrm>
              <a:custGeom>
                <a:rect b="b" l="l" r="r" t="t"/>
                <a:pathLst>
                  <a:path extrusionOk="0" h="436" w="646">
                    <a:moveTo>
                      <a:pt x="267" y="0"/>
                    </a:moveTo>
                    <a:cubicBezTo>
                      <a:pt x="211" y="0"/>
                      <a:pt x="183" y="0"/>
                      <a:pt x="141" y="14"/>
                    </a:cubicBezTo>
                    <a:cubicBezTo>
                      <a:pt x="127" y="28"/>
                      <a:pt x="113" y="28"/>
                      <a:pt x="84" y="56"/>
                    </a:cubicBezTo>
                    <a:cubicBezTo>
                      <a:pt x="56" y="70"/>
                      <a:pt x="42" y="98"/>
                      <a:pt x="14" y="141"/>
                    </a:cubicBezTo>
                    <a:cubicBezTo>
                      <a:pt x="14" y="155"/>
                      <a:pt x="14" y="169"/>
                      <a:pt x="0" y="183"/>
                    </a:cubicBezTo>
                    <a:cubicBezTo>
                      <a:pt x="0" y="225"/>
                      <a:pt x="0" y="239"/>
                      <a:pt x="14" y="281"/>
                    </a:cubicBezTo>
                    <a:cubicBezTo>
                      <a:pt x="14" y="295"/>
                      <a:pt x="42" y="323"/>
                      <a:pt x="56" y="351"/>
                    </a:cubicBezTo>
                    <a:cubicBezTo>
                      <a:pt x="70" y="365"/>
                      <a:pt x="84" y="379"/>
                      <a:pt x="127" y="393"/>
                    </a:cubicBezTo>
                    <a:cubicBezTo>
                      <a:pt x="155" y="421"/>
                      <a:pt x="183" y="435"/>
                      <a:pt x="211" y="435"/>
                    </a:cubicBezTo>
                    <a:lnTo>
                      <a:pt x="393" y="435"/>
                    </a:lnTo>
                    <a:cubicBezTo>
                      <a:pt x="435" y="435"/>
                      <a:pt x="478" y="435"/>
                      <a:pt x="506" y="421"/>
                    </a:cubicBezTo>
                    <a:cubicBezTo>
                      <a:pt x="534" y="393"/>
                      <a:pt x="548" y="393"/>
                      <a:pt x="562" y="379"/>
                    </a:cubicBezTo>
                    <a:cubicBezTo>
                      <a:pt x="604" y="365"/>
                      <a:pt x="618" y="323"/>
                      <a:pt x="632" y="295"/>
                    </a:cubicBezTo>
                    <a:lnTo>
                      <a:pt x="646" y="239"/>
                    </a:lnTo>
                    <a:cubicBezTo>
                      <a:pt x="646" y="211"/>
                      <a:pt x="646" y="183"/>
                      <a:pt x="632" y="155"/>
                    </a:cubicBezTo>
                    <a:cubicBezTo>
                      <a:pt x="632" y="141"/>
                      <a:pt x="618" y="98"/>
                      <a:pt x="604" y="84"/>
                    </a:cubicBezTo>
                    <a:cubicBezTo>
                      <a:pt x="576" y="70"/>
                      <a:pt x="562" y="56"/>
                      <a:pt x="534" y="28"/>
                    </a:cubicBezTo>
                    <a:cubicBezTo>
                      <a:pt x="492" y="14"/>
                      <a:pt x="478" y="0"/>
                      <a:pt x="43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6" name="Google Shape;626;p26"/>
              <p:cNvSpPr/>
              <p:nvPr/>
            </p:nvSpPr>
            <p:spPr>
              <a:xfrm>
                <a:off x="4067025" y="3163675"/>
                <a:ext cx="8800" cy="10025"/>
              </a:xfrm>
              <a:custGeom>
                <a:rect b="b" l="l" r="r" t="t"/>
                <a:pathLst>
                  <a:path extrusionOk="0" h="401" w="352">
                    <a:moveTo>
                      <a:pt x="118" y="1"/>
                    </a:moveTo>
                    <a:cubicBezTo>
                      <a:pt x="106" y="1"/>
                      <a:pt x="92" y="8"/>
                      <a:pt x="71" y="22"/>
                    </a:cubicBezTo>
                    <a:cubicBezTo>
                      <a:pt x="57" y="22"/>
                      <a:pt x="43" y="50"/>
                      <a:pt x="15" y="64"/>
                    </a:cubicBezTo>
                    <a:cubicBezTo>
                      <a:pt x="1" y="92"/>
                      <a:pt x="1" y="106"/>
                      <a:pt x="43" y="148"/>
                    </a:cubicBezTo>
                    <a:cubicBezTo>
                      <a:pt x="15" y="148"/>
                      <a:pt x="43" y="176"/>
                      <a:pt x="43" y="190"/>
                    </a:cubicBezTo>
                    <a:cubicBezTo>
                      <a:pt x="43" y="204"/>
                      <a:pt x="43" y="204"/>
                      <a:pt x="57" y="232"/>
                    </a:cubicBezTo>
                    <a:cubicBezTo>
                      <a:pt x="71" y="232"/>
                      <a:pt x="71" y="246"/>
                      <a:pt x="85" y="246"/>
                    </a:cubicBezTo>
                    <a:lnTo>
                      <a:pt x="71" y="246"/>
                    </a:lnTo>
                    <a:cubicBezTo>
                      <a:pt x="85" y="246"/>
                      <a:pt x="85" y="246"/>
                      <a:pt x="113" y="260"/>
                    </a:cubicBezTo>
                    <a:lnTo>
                      <a:pt x="127" y="274"/>
                    </a:lnTo>
                    <a:cubicBezTo>
                      <a:pt x="127" y="302"/>
                      <a:pt x="141" y="302"/>
                      <a:pt x="141" y="316"/>
                    </a:cubicBezTo>
                    <a:cubicBezTo>
                      <a:pt x="141" y="345"/>
                      <a:pt x="155" y="373"/>
                      <a:pt x="183" y="387"/>
                    </a:cubicBezTo>
                    <a:cubicBezTo>
                      <a:pt x="211" y="401"/>
                      <a:pt x="225" y="401"/>
                      <a:pt x="268" y="401"/>
                    </a:cubicBezTo>
                    <a:cubicBezTo>
                      <a:pt x="282" y="401"/>
                      <a:pt x="282" y="387"/>
                      <a:pt x="296" y="387"/>
                    </a:cubicBezTo>
                    <a:cubicBezTo>
                      <a:pt x="310" y="373"/>
                      <a:pt x="338" y="373"/>
                      <a:pt x="338" y="345"/>
                    </a:cubicBezTo>
                    <a:cubicBezTo>
                      <a:pt x="352" y="345"/>
                      <a:pt x="352" y="330"/>
                      <a:pt x="352" y="316"/>
                    </a:cubicBezTo>
                    <a:lnTo>
                      <a:pt x="352" y="260"/>
                    </a:lnTo>
                    <a:cubicBezTo>
                      <a:pt x="338" y="204"/>
                      <a:pt x="324" y="162"/>
                      <a:pt x="282" y="120"/>
                    </a:cubicBezTo>
                    <a:cubicBezTo>
                      <a:pt x="254" y="64"/>
                      <a:pt x="211" y="36"/>
                      <a:pt x="155" y="22"/>
                    </a:cubicBezTo>
                    <a:cubicBezTo>
                      <a:pt x="141" y="8"/>
                      <a:pt x="131" y="1"/>
                      <a:pt x="1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7" name="Google Shape;627;p26"/>
              <p:cNvSpPr/>
              <p:nvPr/>
            </p:nvSpPr>
            <p:spPr>
              <a:xfrm>
                <a:off x="4057200" y="3175425"/>
                <a:ext cx="8100" cy="8450"/>
              </a:xfrm>
              <a:custGeom>
                <a:rect b="b" l="l" r="r" t="t"/>
                <a:pathLst>
                  <a:path extrusionOk="0" h="338" w="324">
                    <a:moveTo>
                      <a:pt x="127" y="1"/>
                    </a:moveTo>
                    <a:cubicBezTo>
                      <a:pt x="113" y="1"/>
                      <a:pt x="99" y="15"/>
                      <a:pt x="85" y="15"/>
                    </a:cubicBezTo>
                    <a:lnTo>
                      <a:pt x="57" y="43"/>
                    </a:lnTo>
                    <a:cubicBezTo>
                      <a:pt x="43" y="57"/>
                      <a:pt x="29" y="57"/>
                      <a:pt x="29" y="71"/>
                    </a:cubicBezTo>
                    <a:cubicBezTo>
                      <a:pt x="29" y="85"/>
                      <a:pt x="15" y="113"/>
                      <a:pt x="1" y="113"/>
                    </a:cubicBezTo>
                    <a:lnTo>
                      <a:pt x="1" y="155"/>
                    </a:lnTo>
                    <a:cubicBezTo>
                      <a:pt x="1" y="183"/>
                      <a:pt x="1" y="183"/>
                      <a:pt x="29" y="197"/>
                    </a:cubicBezTo>
                    <a:lnTo>
                      <a:pt x="113" y="296"/>
                    </a:lnTo>
                    <a:cubicBezTo>
                      <a:pt x="127" y="324"/>
                      <a:pt x="155" y="338"/>
                      <a:pt x="169" y="338"/>
                    </a:cubicBezTo>
                    <a:lnTo>
                      <a:pt x="197" y="338"/>
                    </a:lnTo>
                    <a:cubicBezTo>
                      <a:pt x="225" y="338"/>
                      <a:pt x="239" y="324"/>
                      <a:pt x="253" y="324"/>
                    </a:cubicBezTo>
                    <a:lnTo>
                      <a:pt x="267" y="296"/>
                    </a:lnTo>
                    <a:cubicBezTo>
                      <a:pt x="296" y="282"/>
                      <a:pt x="310" y="282"/>
                      <a:pt x="310" y="268"/>
                    </a:cubicBezTo>
                    <a:cubicBezTo>
                      <a:pt x="324" y="268"/>
                      <a:pt x="324" y="254"/>
                      <a:pt x="324" y="225"/>
                    </a:cubicBezTo>
                    <a:lnTo>
                      <a:pt x="324" y="183"/>
                    </a:lnTo>
                    <a:cubicBezTo>
                      <a:pt x="324" y="155"/>
                      <a:pt x="324" y="155"/>
                      <a:pt x="310" y="141"/>
                    </a:cubicBezTo>
                    <a:lnTo>
                      <a:pt x="225" y="43"/>
                    </a:lnTo>
                    <a:cubicBezTo>
                      <a:pt x="197" y="15"/>
                      <a:pt x="183" y="1"/>
                      <a:pt x="16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8" name="Google Shape;628;p26"/>
              <p:cNvSpPr/>
              <p:nvPr/>
            </p:nvSpPr>
            <p:spPr>
              <a:xfrm>
                <a:off x="3996500" y="3231800"/>
                <a:ext cx="7050" cy="11000"/>
              </a:xfrm>
              <a:custGeom>
                <a:rect b="b" l="l" r="r" t="t"/>
                <a:pathLst>
                  <a:path extrusionOk="0" h="440" w="282">
                    <a:moveTo>
                      <a:pt x="144" y="0"/>
                    </a:moveTo>
                    <a:cubicBezTo>
                      <a:pt x="120" y="0"/>
                      <a:pt x="95" y="13"/>
                      <a:pt x="85" y="34"/>
                    </a:cubicBezTo>
                    <a:cubicBezTo>
                      <a:pt x="71" y="48"/>
                      <a:pt x="56" y="62"/>
                      <a:pt x="56" y="104"/>
                    </a:cubicBezTo>
                    <a:lnTo>
                      <a:pt x="14" y="315"/>
                    </a:lnTo>
                    <a:cubicBezTo>
                      <a:pt x="0" y="343"/>
                      <a:pt x="14" y="385"/>
                      <a:pt x="28" y="399"/>
                    </a:cubicBezTo>
                    <a:cubicBezTo>
                      <a:pt x="56" y="413"/>
                      <a:pt x="71" y="427"/>
                      <a:pt x="99" y="427"/>
                    </a:cubicBezTo>
                    <a:cubicBezTo>
                      <a:pt x="112" y="436"/>
                      <a:pt x="123" y="439"/>
                      <a:pt x="134" y="439"/>
                    </a:cubicBezTo>
                    <a:cubicBezTo>
                      <a:pt x="158" y="439"/>
                      <a:pt x="177" y="423"/>
                      <a:pt x="197" y="413"/>
                    </a:cubicBezTo>
                    <a:cubicBezTo>
                      <a:pt x="211" y="399"/>
                      <a:pt x="225" y="385"/>
                      <a:pt x="225" y="343"/>
                    </a:cubicBezTo>
                    <a:lnTo>
                      <a:pt x="267" y="132"/>
                    </a:lnTo>
                    <a:cubicBezTo>
                      <a:pt x="281" y="104"/>
                      <a:pt x="267" y="62"/>
                      <a:pt x="239" y="48"/>
                    </a:cubicBezTo>
                    <a:cubicBezTo>
                      <a:pt x="225" y="34"/>
                      <a:pt x="211" y="6"/>
                      <a:pt x="169" y="6"/>
                    </a:cubicBezTo>
                    <a:cubicBezTo>
                      <a:pt x="161" y="2"/>
                      <a:pt x="153" y="0"/>
                      <a:pt x="14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" name="Google Shape;629;p26"/>
              <p:cNvSpPr/>
              <p:nvPr/>
            </p:nvSpPr>
            <p:spPr>
              <a:xfrm>
                <a:off x="3945950" y="3231225"/>
                <a:ext cx="16875" cy="18975"/>
              </a:xfrm>
              <a:custGeom>
                <a:rect b="b" l="l" r="r" t="t"/>
                <a:pathLst>
                  <a:path extrusionOk="0" h="759" w="675">
                    <a:moveTo>
                      <a:pt x="408" y="1"/>
                    </a:moveTo>
                    <a:cubicBezTo>
                      <a:pt x="352" y="1"/>
                      <a:pt x="296" y="29"/>
                      <a:pt x="268" y="85"/>
                    </a:cubicBezTo>
                    <a:cubicBezTo>
                      <a:pt x="183" y="197"/>
                      <a:pt x="113" y="296"/>
                      <a:pt x="43" y="408"/>
                    </a:cubicBezTo>
                    <a:cubicBezTo>
                      <a:pt x="1" y="450"/>
                      <a:pt x="1" y="506"/>
                      <a:pt x="1" y="576"/>
                    </a:cubicBezTo>
                    <a:cubicBezTo>
                      <a:pt x="1" y="632"/>
                      <a:pt x="43" y="689"/>
                      <a:pt x="85" y="717"/>
                    </a:cubicBezTo>
                    <a:cubicBezTo>
                      <a:pt x="127" y="731"/>
                      <a:pt x="141" y="759"/>
                      <a:pt x="183" y="759"/>
                    </a:cubicBezTo>
                    <a:lnTo>
                      <a:pt x="268" y="759"/>
                    </a:lnTo>
                    <a:cubicBezTo>
                      <a:pt x="324" y="759"/>
                      <a:pt x="366" y="717"/>
                      <a:pt x="408" y="661"/>
                    </a:cubicBezTo>
                    <a:cubicBezTo>
                      <a:pt x="492" y="562"/>
                      <a:pt x="562" y="450"/>
                      <a:pt x="633" y="352"/>
                    </a:cubicBezTo>
                    <a:cubicBezTo>
                      <a:pt x="675" y="296"/>
                      <a:pt x="675" y="239"/>
                      <a:pt x="675" y="169"/>
                    </a:cubicBezTo>
                    <a:cubicBezTo>
                      <a:pt x="675" y="127"/>
                      <a:pt x="633" y="71"/>
                      <a:pt x="576" y="29"/>
                    </a:cubicBezTo>
                    <a:cubicBezTo>
                      <a:pt x="548" y="15"/>
                      <a:pt x="534" y="1"/>
                      <a:pt x="4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0" name="Google Shape;630;p26"/>
              <p:cNvSpPr/>
              <p:nvPr/>
            </p:nvSpPr>
            <p:spPr>
              <a:xfrm>
                <a:off x="3938950" y="3198250"/>
                <a:ext cx="11950" cy="5625"/>
              </a:xfrm>
              <a:custGeom>
                <a:rect b="b" l="l" r="r" t="t"/>
                <a:pathLst>
                  <a:path extrusionOk="0" h="225" w="478">
                    <a:moveTo>
                      <a:pt x="351" y="0"/>
                    </a:moveTo>
                    <a:cubicBezTo>
                      <a:pt x="267" y="14"/>
                      <a:pt x="169" y="14"/>
                      <a:pt x="84" y="14"/>
                    </a:cubicBezTo>
                    <a:cubicBezTo>
                      <a:pt x="70" y="14"/>
                      <a:pt x="42" y="42"/>
                      <a:pt x="14" y="56"/>
                    </a:cubicBezTo>
                    <a:cubicBezTo>
                      <a:pt x="0" y="85"/>
                      <a:pt x="0" y="113"/>
                      <a:pt x="0" y="141"/>
                    </a:cubicBezTo>
                    <a:cubicBezTo>
                      <a:pt x="0" y="155"/>
                      <a:pt x="14" y="197"/>
                      <a:pt x="28" y="211"/>
                    </a:cubicBezTo>
                    <a:cubicBezTo>
                      <a:pt x="70" y="225"/>
                      <a:pt x="84" y="225"/>
                      <a:pt x="127" y="225"/>
                    </a:cubicBezTo>
                    <a:cubicBezTo>
                      <a:pt x="211" y="211"/>
                      <a:pt x="295" y="211"/>
                      <a:pt x="379" y="211"/>
                    </a:cubicBezTo>
                    <a:cubicBezTo>
                      <a:pt x="407" y="211"/>
                      <a:pt x="435" y="197"/>
                      <a:pt x="449" y="183"/>
                    </a:cubicBezTo>
                    <a:cubicBezTo>
                      <a:pt x="477" y="141"/>
                      <a:pt x="477" y="127"/>
                      <a:pt x="477" y="85"/>
                    </a:cubicBezTo>
                    <a:cubicBezTo>
                      <a:pt x="477" y="70"/>
                      <a:pt x="463" y="42"/>
                      <a:pt x="435" y="14"/>
                    </a:cubicBezTo>
                    <a:cubicBezTo>
                      <a:pt x="407" y="0"/>
                      <a:pt x="379" y="0"/>
                      <a:pt x="3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1" name="Google Shape;631;p26"/>
              <p:cNvSpPr/>
              <p:nvPr/>
            </p:nvSpPr>
            <p:spPr>
              <a:xfrm>
                <a:off x="3966325" y="3171425"/>
                <a:ext cx="8075" cy="6975"/>
              </a:xfrm>
              <a:custGeom>
                <a:rect b="b" l="l" r="r" t="t"/>
                <a:pathLst>
                  <a:path extrusionOk="0" h="279" w="323">
                    <a:moveTo>
                      <a:pt x="85" y="1"/>
                    </a:moveTo>
                    <a:cubicBezTo>
                      <a:pt x="62" y="1"/>
                      <a:pt x="38" y="11"/>
                      <a:pt x="28" y="20"/>
                    </a:cubicBezTo>
                    <a:cubicBezTo>
                      <a:pt x="14" y="35"/>
                      <a:pt x="0" y="63"/>
                      <a:pt x="0" y="77"/>
                    </a:cubicBezTo>
                    <a:lnTo>
                      <a:pt x="0" y="105"/>
                    </a:lnTo>
                    <a:lnTo>
                      <a:pt x="0" y="161"/>
                    </a:lnTo>
                    <a:cubicBezTo>
                      <a:pt x="0" y="175"/>
                      <a:pt x="0" y="175"/>
                      <a:pt x="14" y="203"/>
                    </a:cubicBezTo>
                    <a:cubicBezTo>
                      <a:pt x="28" y="217"/>
                      <a:pt x="28" y="231"/>
                      <a:pt x="42" y="231"/>
                    </a:cubicBezTo>
                    <a:cubicBezTo>
                      <a:pt x="42" y="245"/>
                      <a:pt x="70" y="245"/>
                      <a:pt x="84" y="245"/>
                    </a:cubicBezTo>
                    <a:lnTo>
                      <a:pt x="211" y="273"/>
                    </a:lnTo>
                    <a:cubicBezTo>
                      <a:pt x="218" y="277"/>
                      <a:pt x="227" y="279"/>
                      <a:pt x="235" y="279"/>
                    </a:cubicBezTo>
                    <a:cubicBezTo>
                      <a:pt x="259" y="279"/>
                      <a:pt x="285" y="266"/>
                      <a:pt x="295" y="245"/>
                    </a:cubicBezTo>
                    <a:cubicBezTo>
                      <a:pt x="309" y="231"/>
                      <a:pt x="323" y="217"/>
                      <a:pt x="323" y="203"/>
                    </a:cubicBezTo>
                    <a:lnTo>
                      <a:pt x="323" y="161"/>
                    </a:lnTo>
                    <a:lnTo>
                      <a:pt x="323" y="105"/>
                    </a:lnTo>
                    <a:cubicBezTo>
                      <a:pt x="323" y="91"/>
                      <a:pt x="323" y="91"/>
                      <a:pt x="309" y="77"/>
                    </a:cubicBezTo>
                    <a:cubicBezTo>
                      <a:pt x="295" y="63"/>
                      <a:pt x="295" y="35"/>
                      <a:pt x="281" y="35"/>
                    </a:cubicBezTo>
                    <a:cubicBezTo>
                      <a:pt x="281" y="20"/>
                      <a:pt x="253" y="20"/>
                      <a:pt x="239" y="20"/>
                    </a:cubicBezTo>
                    <a:lnTo>
                      <a:pt x="112" y="6"/>
                    </a:lnTo>
                    <a:cubicBezTo>
                      <a:pt x="104" y="2"/>
                      <a:pt x="95" y="1"/>
                      <a:pt x="8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" name="Google Shape;632;p26"/>
              <p:cNvSpPr/>
              <p:nvPr/>
            </p:nvSpPr>
            <p:spPr>
              <a:xfrm>
                <a:off x="3990175" y="3091200"/>
                <a:ext cx="15125" cy="11625"/>
              </a:xfrm>
              <a:custGeom>
                <a:rect b="b" l="l" r="r" t="t"/>
                <a:pathLst>
                  <a:path extrusionOk="0" h="465" w="605">
                    <a:moveTo>
                      <a:pt x="267" y="1"/>
                    </a:moveTo>
                    <a:cubicBezTo>
                      <a:pt x="211" y="1"/>
                      <a:pt x="183" y="1"/>
                      <a:pt x="141" y="15"/>
                    </a:cubicBezTo>
                    <a:cubicBezTo>
                      <a:pt x="127" y="43"/>
                      <a:pt x="113" y="43"/>
                      <a:pt x="99" y="57"/>
                    </a:cubicBezTo>
                    <a:cubicBezTo>
                      <a:pt x="57" y="71"/>
                      <a:pt x="43" y="113"/>
                      <a:pt x="29" y="141"/>
                    </a:cubicBezTo>
                    <a:lnTo>
                      <a:pt x="1" y="197"/>
                    </a:lnTo>
                    <a:cubicBezTo>
                      <a:pt x="1" y="225"/>
                      <a:pt x="1" y="240"/>
                      <a:pt x="29" y="282"/>
                    </a:cubicBezTo>
                    <a:cubicBezTo>
                      <a:pt x="29" y="296"/>
                      <a:pt x="43" y="338"/>
                      <a:pt x="57" y="352"/>
                    </a:cubicBezTo>
                    <a:cubicBezTo>
                      <a:pt x="71" y="366"/>
                      <a:pt x="99" y="380"/>
                      <a:pt x="127" y="408"/>
                    </a:cubicBezTo>
                    <a:cubicBezTo>
                      <a:pt x="169" y="422"/>
                      <a:pt x="183" y="436"/>
                      <a:pt x="211" y="436"/>
                    </a:cubicBezTo>
                    <a:lnTo>
                      <a:pt x="338" y="464"/>
                    </a:lnTo>
                    <a:cubicBezTo>
                      <a:pt x="394" y="464"/>
                      <a:pt x="422" y="464"/>
                      <a:pt x="464" y="436"/>
                    </a:cubicBezTo>
                    <a:cubicBezTo>
                      <a:pt x="478" y="422"/>
                      <a:pt x="492" y="422"/>
                      <a:pt x="520" y="408"/>
                    </a:cubicBezTo>
                    <a:cubicBezTo>
                      <a:pt x="548" y="380"/>
                      <a:pt x="562" y="352"/>
                      <a:pt x="576" y="310"/>
                    </a:cubicBezTo>
                    <a:cubicBezTo>
                      <a:pt x="576" y="296"/>
                      <a:pt x="604" y="282"/>
                      <a:pt x="604" y="268"/>
                    </a:cubicBezTo>
                    <a:cubicBezTo>
                      <a:pt x="604" y="225"/>
                      <a:pt x="604" y="211"/>
                      <a:pt x="576" y="183"/>
                    </a:cubicBezTo>
                    <a:cubicBezTo>
                      <a:pt x="576" y="155"/>
                      <a:pt x="562" y="127"/>
                      <a:pt x="548" y="113"/>
                    </a:cubicBezTo>
                    <a:cubicBezTo>
                      <a:pt x="534" y="85"/>
                      <a:pt x="520" y="71"/>
                      <a:pt x="478" y="57"/>
                    </a:cubicBezTo>
                    <a:cubicBezTo>
                      <a:pt x="450" y="43"/>
                      <a:pt x="422" y="15"/>
                      <a:pt x="394" y="15"/>
                    </a:cubicBez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3" name="Google Shape;633;p26"/>
              <p:cNvSpPr/>
              <p:nvPr/>
            </p:nvSpPr>
            <p:spPr>
              <a:xfrm>
                <a:off x="4005975" y="3042825"/>
                <a:ext cx="11250" cy="9950"/>
              </a:xfrm>
              <a:custGeom>
                <a:rect b="b" l="l" r="r" t="t"/>
                <a:pathLst>
                  <a:path extrusionOk="0" h="398" w="450">
                    <a:moveTo>
                      <a:pt x="112" y="1"/>
                    </a:moveTo>
                    <a:cubicBezTo>
                      <a:pt x="89" y="1"/>
                      <a:pt x="66" y="17"/>
                      <a:pt x="56" y="27"/>
                    </a:cubicBezTo>
                    <a:cubicBezTo>
                      <a:pt x="42" y="41"/>
                      <a:pt x="28" y="55"/>
                      <a:pt x="28" y="97"/>
                    </a:cubicBezTo>
                    <a:cubicBezTo>
                      <a:pt x="0" y="125"/>
                      <a:pt x="28" y="167"/>
                      <a:pt x="42" y="181"/>
                    </a:cubicBezTo>
                    <a:lnTo>
                      <a:pt x="211" y="364"/>
                    </a:lnTo>
                    <a:cubicBezTo>
                      <a:pt x="239" y="378"/>
                      <a:pt x="253" y="392"/>
                      <a:pt x="267" y="392"/>
                    </a:cubicBezTo>
                    <a:lnTo>
                      <a:pt x="309" y="392"/>
                    </a:lnTo>
                    <a:cubicBezTo>
                      <a:pt x="317" y="396"/>
                      <a:pt x="327" y="398"/>
                      <a:pt x="336" y="398"/>
                    </a:cubicBezTo>
                    <a:cubicBezTo>
                      <a:pt x="359" y="398"/>
                      <a:pt x="383" y="388"/>
                      <a:pt x="393" y="378"/>
                    </a:cubicBezTo>
                    <a:cubicBezTo>
                      <a:pt x="407" y="364"/>
                      <a:pt x="421" y="336"/>
                      <a:pt x="421" y="308"/>
                    </a:cubicBezTo>
                    <a:cubicBezTo>
                      <a:pt x="450" y="265"/>
                      <a:pt x="421" y="237"/>
                      <a:pt x="407" y="223"/>
                    </a:cubicBezTo>
                    <a:lnTo>
                      <a:pt x="239" y="41"/>
                    </a:lnTo>
                    <a:cubicBezTo>
                      <a:pt x="211" y="27"/>
                      <a:pt x="197" y="13"/>
                      <a:pt x="183" y="13"/>
                    </a:cubicBezTo>
                    <a:lnTo>
                      <a:pt x="141" y="13"/>
                    </a:lnTo>
                    <a:cubicBezTo>
                      <a:pt x="132" y="4"/>
                      <a:pt x="122" y="1"/>
                      <a:pt x="11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4" name="Google Shape;634;p26"/>
              <p:cNvSpPr/>
              <p:nvPr/>
            </p:nvSpPr>
            <p:spPr>
              <a:xfrm>
                <a:off x="4014400" y="3018925"/>
                <a:ext cx="8100" cy="7750"/>
              </a:xfrm>
              <a:custGeom>
                <a:rect b="b" l="l" r="r" t="t"/>
                <a:pathLst>
                  <a:path extrusionOk="0" h="310" w="324">
                    <a:moveTo>
                      <a:pt x="127" y="0"/>
                    </a:moveTo>
                    <a:cubicBezTo>
                      <a:pt x="113" y="0"/>
                      <a:pt x="84" y="14"/>
                      <a:pt x="70" y="14"/>
                    </a:cubicBezTo>
                    <a:lnTo>
                      <a:pt x="56" y="28"/>
                    </a:lnTo>
                    <a:cubicBezTo>
                      <a:pt x="42" y="42"/>
                      <a:pt x="14" y="42"/>
                      <a:pt x="14" y="70"/>
                    </a:cubicBezTo>
                    <a:cubicBezTo>
                      <a:pt x="0" y="84"/>
                      <a:pt x="0" y="84"/>
                      <a:pt x="0" y="98"/>
                    </a:cubicBezTo>
                    <a:lnTo>
                      <a:pt x="0" y="155"/>
                    </a:lnTo>
                    <a:cubicBezTo>
                      <a:pt x="0" y="169"/>
                      <a:pt x="0" y="169"/>
                      <a:pt x="14" y="197"/>
                    </a:cubicBezTo>
                    <a:lnTo>
                      <a:pt x="113" y="281"/>
                    </a:lnTo>
                    <a:cubicBezTo>
                      <a:pt x="127" y="295"/>
                      <a:pt x="141" y="309"/>
                      <a:pt x="155" y="309"/>
                    </a:cubicBezTo>
                    <a:lnTo>
                      <a:pt x="197" y="309"/>
                    </a:lnTo>
                    <a:cubicBezTo>
                      <a:pt x="211" y="309"/>
                      <a:pt x="225" y="295"/>
                      <a:pt x="253" y="295"/>
                    </a:cubicBezTo>
                    <a:lnTo>
                      <a:pt x="267" y="281"/>
                    </a:lnTo>
                    <a:cubicBezTo>
                      <a:pt x="281" y="267"/>
                      <a:pt x="295" y="267"/>
                      <a:pt x="295" y="239"/>
                    </a:cubicBezTo>
                    <a:cubicBezTo>
                      <a:pt x="323" y="239"/>
                      <a:pt x="323" y="225"/>
                      <a:pt x="323" y="211"/>
                    </a:cubicBezTo>
                    <a:lnTo>
                      <a:pt x="323" y="155"/>
                    </a:lnTo>
                    <a:cubicBezTo>
                      <a:pt x="323" y="141"/>
                      <a:pt x="323" y="141"/>
                      <a:pt x="295" y="112"/>
                    </a:cubicBezTo>
                    <a:lnTo>
                      <a:pt x="211" y="28"/>
                    </a:lnTo>
                    <a:cubicBezTo>
                      <a:pt x="197" y="14"/>
                      <a:pt x="183" y="0"/>
                      <a:pt x="1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5" name="Google Shape;635;p26"/>
              <p:cNvSpPr/>
              <p:nvPr/>
            </p:nvSpPr>
            <p:spPr>
              <a:xfrm>
                <a:off x="3910175" y="2884150"/>
                <a:ext cx="142850" cy="81600"/>
              </a:xfrm>
              <a:custGeom>
                <a:rect b="b" l="l" r="r" t="t"/>
                <a:pathLst>
                  <a:path extrusionOk="0" h="3264" w="5714">
                    <a:moveTo>
                      <a:pt x="0" y="1"/>
                    </a:moveTo>
                    <a:lnTo>
                      <a:pt x="0" y="1"/>
                    </a:lnTo>
                    <a:cubicBezTo>
                      <a:pt x="590" y="618"/>
                      <a:pt x="1025" y="1391"/>
                      <a:pt x="1221" y="2233"/>
                    </a:cubicBezTo>
                    <a:cubicBezTo>
                      <a:pt x="1264" y="2429"/>
                      <a:pt x="1292" y="2626"/>
                      <a:pt x="1376" y="2822"/>
                    </a:cubicBezTo>
                    <a:cubicBezTo>
                      <a:pt x="1474" y="3019"/>
                      <a:pt x="1628" y="3201"/>
                      <a:pt x="1825" y="3243"/>
                    </a:cubicBezTo>
                    <a:cubicBezTo>
                      <a:pt x="1869" y="3257"/>
                      <a:pt x="1915" y="3263"/>
                      <a:pt x="1961" y="3263"/>
                    </a:cubicBezTo>
                    <a:cubicBezTo>
                      <a:pt x="2108" y="3263"/>
                      <a:pt x="2262" y="3202"/>
                      <a:pt x="2401" y="3117"/>
                    </a:cubicBezTo>
                    <a:cubicBezTo>
                      <a:pt x="2569" y="3019"/>
                      <a:pt x="2695" y="2864"/>
                      <a:pt x="2850" y="2724"/>
                    </a:cubicBezTo>
                    <a:cubicBezTo>
                      <a:pt x="3548" y="2065"/>
                      <a:pt x="4508" y="1691"/>
                      <a:pt x="5467" y="1691"/>
                    </a:cubicBezTo>
                    <a:cubicBezTo>
                      <a:pt x="5549" y="1691"/>
                      <a:pt x="5631" y="1694"/>
                      <a:pt x="5713" y="1699"/>
                    </a:cubicBezTo>
                    <a:cubicBezTo>
                      <a:pt x="4703" y="1278"/>
                      <a:pt x="3692" y="1348"/>
                      <a:pt x="2667" y="1124"/>
                    </a:cubicBezTo>
                    <a:cubicBezTo>
                      <a:pt x="1727" y="913"/>
                      <a:pt x="885" y="408"/>
                      <a:pt x="0" y="1"/>
                    </a:cubicBezTo>
                    <a:close/>
                  </a:path>
                </a:pathLst>
              </a:custGeom>
              <a:solidFill>
                <a:srgbClr val="FBF7E4">
                  <a:alpha val="22745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6" name="Google Shape;636;p26"/>
              <p:cNvSpPr/>
              <p:nvPr/>
            </p:nvSpPr>
            <p:spPr>
              <a:xfrm>
                <a:off x="2770700" y="2077425"/>
                <a:ext cx="387800" cy="341125"/>
              </a:xfrm>
              <a:custGeom>
                <a:rect b="b" l="l" r="r" t="t"/>
                <a:pathLst>
                  <a:path extrusionOk="0" h="13645" w="15512">
                    <a:moveTo>
                      <a:pt x="4715" y="0"/>
                    </a:moveTo>
                    <a:cubicBezTo>
                      <a:pt x="4149" y="0"/>
                      <a:pt x="3588" y="97"/>
                      <a:pt x="3074" y="321"/>
                    </a:cubicBezTo>
                    <a:cubicBezTo>
                      <a:pt x="1783" y="882"/>
                      <a:pt x="955" y="2174"/>
                      <a:pt x="547" y="3535"/>
                    </a:cubicBezTo>
                    <a:cubicBezTo>
                      <a:pt x="0" y="5402"/>
                      <a:pt x="183" y="7480"/>
                      <a:pt x="1053" y="9235"/>
                    </a:cubicBezTo>
                    <a:cubicBezTo>
                      <a:pt x="1937" y="10989"/>
                      <a:pt x="3467" y="12393"/>
                      <a:pt x="5292" y="13109"/>
                    </a:cubicBezTo>
                    <a:cubicBezTo>
                      <a:pt x="6198" y="13464"/>
                      <a:pt x="7175" y="13644"/>
                      <a:pt x="8148" y="13644"/>
                    </a:cubicBezTo>
                    <a:cubicBezTo>
                      <a:pt x="9676" y="13644"/>
                      <a:pt x="11196" y="13198"/>
                      <a:pt x="12423" y="12281"/>
                    </a:cubicBezTo>
                    <a:cubicBezTo>
                      <a:pt x="14430" y="10807"/>
                      <a:pt x="15511" y="8097"/>
                      <a:pt x="14908" y="5683"/>
                    </a:cubicBezTo>
                    <a:cubicBezTo>
                      <a:pt x="14458" y="3985"/>
                      <a:pt x="13167" y="2539"/>
                      <a:pt x="11553" y="1865"/>
                    </a:cubicBezTo>
                    <a:cubicBezTo>
                      <a:pt x="11539" y="1837"/>
                      <a:pt x="11539" y="1837"/>
                      <a:pt x="11511" y="1837"/>
                    </a:cubicBezTo>
                    <a:cubicBezTo>
                      <a:pt x="10710" y="1514"/>
                      <a:pt x="9938" y="1556"/>
                      <a:pt x="9110" y="1388"/>
                    </a:cubicBezTo>
                    <a:cubicBezTo>
                      <a:pt x="8380" y="1233"/>
                      <a:pt x="7707" y="826"/>
                      <a:pt x="7005" y="503"/>
                    </a:cubicBezTo>
                    <a:cubicBezTo>
                      <a:pt x="6738" y="391"/>
                      <a:pt x="6485" y="279"/>
                      <a:pt x="6205" y="208"/>
                    </a:cubicBezTo>
                    <a:cubicBezTo>
                      <a:pt x="5723" y="77"/>
                      <a:pt x="5217" y="0"/>
                      <a:pt x="471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7" name="Google Shape;637;p26"/>
              <p:cNvSpPr/>
              <p:nvPr/>
            </p:nvSpPr>
            <p:spPr>
              <a:xfrm>
                <a:off x="2813850" y="2121025"/>
                <a:ext cx="139000" cy="238900"/>
              </a:xfrm>
              <a:custGeom>
                <a:rect b="b" l="l" r="r" t="t"/>
                <a:pathLst>
                  <a:path extrusionOk="0" h="9556" w="5560">
                    <a:moveTo>
                      <a:pt x="3329" y="1"/>
                    </a:moveTo>
                    <a:cubicBezTo>
                      <a:pt x="2913" y="1"/>
                      <a:pt x="2504" y="81"/>
                      <a:pt x="2190" y="219"/>
                    </a:cubicBezTo>
                    <a:cubicBezTo>
                      <a:pt x="1124" y="696"/>
                      <a:pt x="422" y="1791"/>
                      <a:pt x="211" y="2928"/>
                    </a:cubicBezTo>
                    <a:cubicBezTo>
                      <a:pt x="1" y="4065"/>
                      <a:pt x="225" y="5259"/>
                      <a:pt x="618" y="6368"/>
                    </a:cubicBezTo>
                    <a:cubicBezTo>
                      <a:pt x="1039" y="7547"/>
                      <a:pt x="1713" y="8698"/>
                      <a:pt x="2808" y="9301"/>
                    </a:cubicBezTo>
                    <a:cubicBezTo>
                      <a:pt x="3081" y="9446"/>
                      <a:pt x="3406" y="9555"/>
                      <a:pt x="3716" y="9555"/>
                    </a:cubicBezTo>
                    <a:cubicBezTo>
                      <a:pt x="3917" y="9555"/>
                      <a:pt x="4111" y="9510"/>
                      <a:pt x="4282" y="9400"/>
                    </a:cubicBezTo>
                    <a:cubicBezTo>
                      <a:pt x="4647" y="9161"/>
                      <a:pt x="4801" y="8684"/>
                      <a:pt x="4787" y="8220"/>
                    </a:cubicBezTo>
                    <a:cubicBezTo>
                      <a:pt x="4773" y="7785"/>
                      <a:pt x="4633" y="7350"/>
                      <a:pt x="4521" y="6915"/>
                    </a:cubicBezTo>
                    <a:cubicBezTo>
                      <a:pt x="4282" y="5876"/>
                      <a:pt x="4310" y="4753"/>
                      <a:pt x="4619" y="3728"/>
                    </a:cubicBezTo>
                    <a:cubicBezTo>
                      <a:pt x="4843" y="2956"/>
                      <a:pt x="5559" y="1525"/>
                      <a:pt x="5054" y="739"/>
                    </a:cubicBezTo>
                    <a:cubicBezTo>
                      <a:pt x="4714" y="215"/>
                      <a:pt x="4011" y="1"/>
                      <a:pt x="332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8" name="Google Shape;638;p26"/>
              <p:cNvSpPr/>
              <p:nvPr/>
            </p:nvSpPr>
            <p:spPr>
              <a:xfrm>
                <a:off x="2845800" y="2160625"/>
                <a:ext cx="60725" cy="150775"/>
              </a:xfrm>
              <a:custGeom>
                <a:rect b="b" l="l" r="r" t="t"/>
                <a:pathLst>
                  <a:path extrusionOk="0" h="6031" w="2429">
                    <a:moveTo>
                      <a:pt x="1650" y="0"/>
                    </a:moveTo>
                    <a:cubicBezTo>
                      <a:pt x="1276" y="0"/>
                      <a:pt x="921" y="328"/>
                      <a:pt x="702" y="657"/>
                    </a:cubicBezTo>
                    <a:cubicBezTo>
                      <a:pt x="126" y="1569"/>
                      <a:pt x="0" y="2748"/>
                      <a:pt x="281" y="3801"/>
                    </a:cubicBezTo>
                    <a:cubicBezTo>
                      <a:pt x="376" y="4169"/>
                      <a:pt x="1092" y="6030"/>
                      <a:pt x="1736" y="6030"/>
                    </a:cubicBezTo>
                    <a:cubicBezTo>
                      <a:pt x="1853" y="6030"/>
                      <a:pt x="1969" y="5968"/>
                      <a:pt x="2078" y="5822"/>
                    </a:cubicBezTo>
                    <a:cubicBezTo>
                      <a:pt x="2372" y="5471"/>
                      <a:pt x="2078" y="4503"/>
                      <a:pt x="2049" y="4068"/>
                    </a:cubicBezTo>
                    <a:cubicBezTo>
                      <a:pt x="2035" y="3380"/>
                      <a:pt x="2049" y="2678"/>
                      <a:pt x="2218" y="2004"/>
                    </a:cubicBezTo>
                    <a:cubicBezTo>
                      <a:pt x="2302" y="1639"/>
                      <a:pt x="2428" y="1274"/>
                      <a:pt x="2400" y="909"/>
                    </a:cubicBezTo>
                    <a:cubicBezTo>
                      <a:pt x="2386" y="530"/>
                      <a:pt x="2190" y="137"/>
                      <a:pt x="1825" y="25"/>
                    </a:cubicBezTo>
                    <a:cubicBezTo>
                      <a:pt x="1767" y="8"/>
                      <a:pt x="1708" y="0"/>
                      <a:pt x="165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9" name="Google Shape;639;p26"/>
              <p:cNvSpPr/>
              <p:nvPr/>
            </p:nvSpPr>
            <p:spPr>
              <a:xfrm>
                <a:off x="2896325" y="2141925"/>
                <a:ext cx="7400" cy="8450"/>
              </a:xfrm>
              <a:custGeom>
                <a:rect b="b" l="l" r="r" t="t"/>
                <a:pathLst>
                  <a:path extrusionOk="0" h="338" w="296">
                    <a:moveTo>
                      <a:pt x="211" y="1"/>
                    </a:moveTo>
                    <a:cubicBezTo>
                      <a:pt x="197" y="1"/>
                      <a:pt x="155" y="1"/>
                      <a:pt x="141" y="15"/>
                    </a:cubicBezTo>
                    <a:lnTo>
                      <a:pt x="14" y="155"/>
                    </a:lnTo>
                    <a:cubicBezTo>
                      <a:pt x="0" y="155"/>
                      <a:pt x="0" y="183"/>
                      <a:pt x="0" y="197"/>
                    </a:cubicBezTo>
                    <a:lnTo>
                      <a:pt x="0" y="225"/>
                    </a:lnTo>
                    <a:cubicBezTo>
                      <a:pt x="0" y="253"/>
                      <a:pt x="14" y="282"/>
                      <a:pt x="14" y="296"/>
                    </a:cubicBezTo>
                    <a:cubicBezTo>
                      <a:pt x="28" y="324"/>
                      <a:pt x="57" y="338"/>
                      <a:pt x="85" y="338"/>
                    </a:cubicBezTo>
                    <a:cubicBezTo>
                      <a:pt x="99" y="338"/>
                      <a:pt x="141" y="338"/>
                      <a:pt x="155" y="324"/>
                    </a:cubicBezTo>
                    <a:cubicBezTo>
                      <a:pt x="197" y="267"/>
                      <a:pt x="239" y="225"/>
                      <a:pt x="281" y="183"/>
                    </a:cubicBezTo>
                    <a:cubicBezTo>
                      <a:pt x="295" y="183"/>
                      <a:pt x="295" y="155"/>
                      <a:pt x="295" y="141"/>
                    </a:cubicBezTo>
                    <a:lnTo>
                      <a:pt x="295" y="113"/>
                    </a:lnTo>
                    <a:cubicBezTo>
                      <a:pt x="295" y="85"/>
                      <a:pt x="281" y="57"/>
                      <a:pt x="281" y="43"/>
                    </a:cubicBezTo>
                    <a:cubicBezTo>
                      <a:pt x="267" y="15"/>
                      <a:pt x="239" y="1"/>
                      <a:pt x="2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0" name="Google Shape;640;p26"/>
              <p:cNvSpPr/>
              <p:nvPr/>
            </p:nvSpPr>
            <p:spPr>
              <a:xfrm>
                <a:off x="2858425" y="2147800"/>
                <a:ext cx="10550" cy="10125"/>
              </a:xfrm>
              <a:custGeom>
                <a:rect b="b" l="l" r="r" t="t"/>
                <a:pathLst>
                  <a:path extrusionOk="0" h="405" w="422">
                    <a:moveTo>
                      <a:pt x="99" y="1"/>
                    </a:moveTo>
                    <a:cubicBezTo>
                      <a:pt x="78" y="1"/>
                      <a:pt x="57" y="11"/>
                      <a:pt x="42" y="32"/>
                    </a:cubicBezTo>
                    <a:cubicBezTo>
                      <a:pt x="0" y="61"/>
                      <a:pt x="0" y="117"/>
                      <a:pt x="42" y="159"/>
                    </a:cubicBezTo>
                    <a:lnTo>
                      <a:pt x="267" y="383"/>
                    </a:lnTo>
                    <a:cubicBezTo>
                      <a:pt x="288" y="397"/>
                      <a:pt x="309" y="404"/>
                      <a:pt x="330" y="404"/>
                    </a:cubicBezTo>
                    <a:cubicBezTo>
                      <a:pt x="351" y="404"/>
                      <a:pt x="372" y="397"/>
                      <a:pt x="393" y="383"/>
                    </a:cubicBezTo>
                    <a:cubicBezTo>
                      <a:pt x="421" y="341"/>
                      <a:pt x="421" y="299"/>
                      <a:pt x="393" y="257"/>
                    </a:cubicBezTo>
                    <a:lnTo>
                      <a:pt x="155" y="32"/>
                    </a:lnTo>
                    <a:cubicBezTo>
                      <a:pt x="141" y="11"/>
                      <a:pt x="120" y="1"/>
                      <a:pt x="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1" name="Google Shape;641;p26"/>
              <p:cNvSpPr/>
              <p:nvPr/>
            </p:nvSpPr>
            <p:spPr>
              <a:xfrm>
                <a:off x="2846150" y="2168600"/>
                <a:ext cx="7025" cy="6350"/>
              </a:xfrm>
              <a:custGeom>
                <a:rect b="b" l="l" r="r" t="t"/>
                <a:pathLst>
                  <a:path extrusionOk="0" h="254" w="281">
                    <a:moveTo>
                      <a:pt x="70" y="1"/>
                    </a:moveTo>
                    <a:cubicBezTo>
                      <a:pt x="56" y="1"/>
                      <a:pt x="56" y="1"/>
                      <a:pt x="42" y="29"/>
                    </a:cubicBezTo>
                    <a:cubicBezTo>
                      <a:pt x="28" y="29"/>
                      <a:pt x="28" y="43"/>
                      <a:pt x="28" y="43"/>
                    </a:cubicBezTo>
                    <a:cubicBezTo>
                      <a:pt x="0" y="57"/>
                      <a:pt x="0" y="99"/>
                      <a:pt x="0" y="113"/>
                    </a:cubicBezTo>
                    <a:cubicBezTo>
                      <a:pt x="0" y="127"/>
                      <a:pt x="28" y="141"/>
                      <a:pt x="42" y="169"/>
                    </a:cubicBezTo>
                    <a:cubicBezTo>
                      <a:pt x="70" y="183"/>
                      <a:pt x="112" y="197"/>
                      <a:pt x="140" y="239"/>
                    </a:cubicBezTo>
                    <a:cubicBezTo>
                      <a:pt x="168" y="253"/>
                      <a:pt x="197" y="253"/>
                      <a:pt x="211" y="253"/>
                    </a:cubicBezTo>
                    <a:cubicBezTo>
                      <a:pt x="239" y="253"/>
                      <a:pt x="239" y="253"/>
                      <a:pt x="253" y="239"/>
                    </a:cubicBezTo>
                    <a:cubicBezTo>
                      <a:pt x="267" y="239"/>
                      <a:pt x="267" y="211"/>
                      <a:pt x="267" y="211"/>
                    </a:cubicBezTo>
                    <a:cubicBezTo>
                      <a:pt x="281" y="197"/>
                      <a:pt x="281" y="183"/>
                      <a:pt x="281" y="141"/>
                    </a:cubicBezTo>
                    <a:cubicBezTo>
                      <a:pt x="281" y="127"/>
                      <a:pt x="267" y="113"/>
                      <a:pt x="253" y="99"/>
                    </a:cubicBezTo>
                    <a:cubicBezTo>
                      <a:pt x="211" y="71"/>
                      <a:pt x="183" y="57"/>
                      <a:pt x="140" y="29"/>
                    </a:cubicBezTo>
                    <a:cubicBezTo>
                      <a:pt x="126" y="1"/>
                      <a:pt x="98" y="1"/>
                      <a:pt x="7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2" name="Google Shape;642;p26"/>
              <p:cNvSpPr/>
              <p:nvPr/>
            </p:nvSpPr>
            <p:spPr>
              <a:xfrm>
                <a:off x="2830000" y="2197575"/>
                <a:ext cx="12300" cy="10875"/>
              </a:xfrm>
              <a:custGeom>
                <a:rect b="b" l="l" r="r" t="t"/>
                <a:pathLst>
                  <a:path extrusionOk="0" h="435" w="492">
                    <a:moveTo>
                      <a:pt x="182" y="0"/>
                    </a:moveTo>
                    <a:cubicBezTo>
                      <a:pt x="173" y="0"/>
                      <a:pt x="164" y="2"/>
                      <a:pt x="155" y="7"/>
                    </a:cubicBezTo>
                    <a:cubicBezTo>
                      <a:pt x="141" y="7"/>
                      <a:pt x="113" y="7"/>
                      <a:pt x="85" y="21"/>
                    </a:cubicBezTo>
                    <a:cubicBezTo>
                      <a:pt x="71" y="35"/>
                      <a:pt x="56" y="35"/>
                      <a:pt x="42" y="77"/>
                    </a:cubicBezTo>
                    <a:cubicBezTo>
                      <a:pt x="14" y="91"/>
                      <a:pt x="0" y="105"/>
                      <a:pt x="0" y="147"/>
                    </a:cubicBezTo>
                    <a:lnTo>
                      <a:pt x="0" y="203"/>
                    </a:lnTo>
                    <a:cubicBezTo>
                      <a:pt x="0" y="231"/>
                      <a:pt x="0" y="245"/>
                      <a:pt x="14" y="287"/>
                    </a:cubicBezTo>
                    <a:lnTo>
                      <a:pt x="56" y="316"/>
                    </a:lnTo>
                    <a:cubicBezTo>
                      <a:pt x="71" y="344"/>
                      <a:pt x="113" y="358"/>
                      <a:pt x="141" y="372"/>
                    </a:cubicBezTo>
                    <a:cubicBezTo>
                      <a:pt x="183" y="386"/>
                      <a:pt x="225" y="414"/>
                      <a:pt x="267" y="428"/>
                    </a:cubicBezTo>
                    <a:cubicBezTo>
                      <a:pt x="276" y="428"/>
                      <a:pt x="298" y="434"/>
                      <a:pt x="316" y="434"/>
                    </a:cubicBezTo>
                    <a:cubicBezTo>
                      <a:pt x="325" y="434"/>
                      <a:pt x="333" y="433"/>
                      <a:pt x="337" y="428"/>
                    </a:cubicBezTo>
                    <a:cubicBezTo>
                      <a:pt x="351" y="428"/>
                      <a:pt x="393" y="428"/>
                      <a:pt x="407" y="414"/>
                    </a:cubicBezTo>
                    <a:cubicBezTo>
                      <a:pt x="421" y="386"/>
                      <a:pt x="435" y="386"/>
                      <a:pt x="464" y="358"/>
                    </a:cubicBezTo>
                    <a:cubicBezTo>
                      <a:pt x="478" y="344"/>
                      <a:pt x="492" y="316"/>
                      <a:pt x="492" y="287"/>
                    </a:cubicBezTo>
                    <a:lnTo>
                      <a:pt x="492" y="231"/>
                    </a:lnTo>
                    <a:cubicBezTo>
                      <a:pt x="492" y="203"/>
                      <a:pt x="492" y="175"/>
                      <a:pt x="478" y="147"/>
                    </a:cubicBezTo>
                    <a:lnTo>
                      <a:pt x="435" y="105"/>
                    </a:lnTo>
                    <a:cubicBezTo>
                      <a:pt x="421" y="91"/>
                      <a:pt x="393" y="77"/>
                      <a:pt x="351" y="63"/>
                    </a:cubicBezTo>
                    <a:cubicBezTo>
                      <a:pt x="323" y="35"/>
                      <a:pt x="267" y="21"/>
                      <a:pt x="225" y="7"/>
                    </a:cubicBezTo>
                    <a:cubicBezTo>
                      <a:pt x="216" y="7"/>
                      <a:pt x="200" y="0"/>
                      <a:pt x="18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3" name="Google Shape;643;p26"/>
              <p:cNvSpPr/>
              <p:nvPr/>
            </p:nvSpPr>
            <p:spPr>
              <a:xfrm>
                <a:off x="2833500" y="2250375"/>
                <a:ext cx="8100" cy="6700"/>
              </a:xfrm>
              <a:custGeom>
                <a:rect b="b" l="l" r="r" t="t"/>
                <a:pathLst>
                  <a:path extrusionOk="0" h="268" w="324">
                    <a:moveTo>
                      <a:pt x="225" y="0"/>
                    </a:moveTo>
                    <a:cubicBezTo>
                      <a:pt x="197" y="0"/>
                      <a:pt x="141" y="14"/>
                      <a:pt x="113" y="28"/>
                    </a:cubicBezTo>
                    <a:cubicBezTo>
                      <a:pt x="71" y="56"/>
                      <a:pt x="43" y="85"/>
                      <a:pt x="15" y="127"/>
                    </a:cubicBezTo>
                    <a:cubicBezTo>
                      <a:pt x="15" y="141"/>
                      <a:pt x="1" y="141"/>
                      <a:pt x="1" y="155"/>
                    </a:cubicBezTo>
                    <a:lnTo>
                      <a:pt x="1" y="197"/>
                    </a:lnTo>
                    <a:cubicBezTo>
                      <a:pt x="1" y="211"/>
                      <a:pt x="1" y="211"/>
                      <a:pt x="15" y="225"/>
                    </a:cubicBezTo>
                    <a:cubicBezTo>
                      <a:pt x="15" y="239"/>
                      <a:pt x="43" y="239"/>
                      <a:pt x="43" y="239"/>
                    </a:cubicBezTo>
                    <a:cubicBezTo>
                      <a:pt x="57" y="267"/>
                      <a:pt x="85" y="267"/>
                      <a:pt x="113" y="267"/>
                    </a:cubicBezTo>
                    <a:cubicBezTo>
                      <a:pt x="127" y="267"/>
                      <a:pt x="141" y="239"/>
                      <a:pt x="155" y="225"/>
                    </a:cubicBezTo>
                    <a:lnTo>
                      <a:pt x="183" y="211"/>
                    </a:lnTo>
                    <a:cubicBezTo>
                      <a:pt x="183" y="211"/>
                      <a:pt x="197" y="211"/>
                      <a:pt x="197" y="197"/>
                    </a:cubicBezTo>
                    <a:lnTo>
                      <a:pt x="253" y="197"/>
                    </a:lnTo>
                    <a:cubicBezTo>
                      <a:pt x="267" y="197"/>
                      <a:pt x="267" y="169"/>
                      <a:pt x="281" y="169"/>
                    </a:cubicBezTo>
                    <a:cubicBezTo>
                      <a:pt x="295" y="169"/>
                      <a:pt x="295" y="155"/>
                      <a:pt x="295" y="141"/>
                    </a:cubicBezTo>
                    <a:cubicBezTo>
                      <a:pt x="324" y="141"/>
                      <a:pt x="324" y="127"/>
                      <a:pt x="324" y="99"/>
                    </a:cubicBezTo>
                    <a:cubicBezTo>
                      <a:pt x="324" y="85"/>
                      <a:pt x="324" y="56"/>
                      <a:pt x="295" y="28"/>
                    </a:cubicBezTo>
                    <a:cubicBezTo>
                      <a:pt x="281" y="14"/>
                      <a:pt x="267" y="0"/>
                      <a:pt x="2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4" name="Google Shape;644;p26"/>
              <p:cNvSpPr/>
              <p:nvPr/>
            </p:nvSpPr>
            <p:spPr>
              <a:xfrm>
                <a:off x="2838775" y="2263000"/>
                <a:ext cx="6325" cy="5650"/>
              </a:xfrm>
              <a:custGeom>
                <a:rect b="b" l="l" r="r" t="t"/>
                <a:pathLst>
                  <a:path extrusionOk="0" h="226" w="253">
                    <a:moveTo>
                      <a:pt x="155" y="1"/>
                    </a:moveTo>
                    <a:cubicBezTo>
                      <a:pt x="141" y="1"/>
                      <a:pt x="127" y="1"/>
                      <a:pt x="127" y="15"/>
                    </a:cubicBezTo>
                    <a:lnTo>
                      <a:pt x="42" y="71"/>
                    </a:lnTo>
                    <a:cubicBezTo>
                      <a:pt x="14" y="71"/>
                      <a:pt x="14" y="85"/>
                      <a:pt x="14" y="85"/>
                    </a:cubicBezTo>
                    <a:cubicBezTo>
                      <a:pt x="14" y="85"/>
                      <a:pt x="0" y="113"/>
                      <a:pt x="0" y="127"/>
                    </a:cubicBezTo>
                    <a:lnTo>
                      <a:pt x="0" y="155"/>
                    </a:lnTo>
                    <a:cubicBezTo>
                      <a:pt x="0" y="183"/>
                      <a:pt x="0" y="183"/>
                      <a:pt x="14" y="197"/>
                    </a:cubicBezTo>
                    <a:lnTo>
                      <a:pt x="42" y="211"/>
                    </a:lnTo>
                    <a:cubicBezTo>
                      <a:pt x="56" y="225"/>
                      <a:pt x="56" y="225"/>
                      <a:pt x="70" y="225"/>
                    </a:cubicBezTo>
                    <a:lnTo>
                      <a:pt x="84" y="225"/>
                    </a:lnTo>
                    <a:cubicBezTo>
                      <a:pt x="113" y="225"/>
                      <a:pt x="127" y="225"/>
                      <a:pt x="127" y="211"/>
                    </a:cubicBezTo>
                    <a:lnTo>
                      <a:pt x="211" y="155"/>
                    </a:lnTo>
                    <a:cubicBezTo>
                      <a:pt x="225" y="155"/>
                      <a:pt x="225" y="141"/>
                      <a:pt x="225" y="141"/>
                    </a:cubicBezTo>
                    <a:cubicBezTo>
                      <a:pt x="225" y="141"/>
                      <a:pt x="253" y="127"/>
                      <a:pt x="253" y="113"/>
                    </a:cubicBezTo>
                    <a:lnTo>
                      <a:pt x="253" y="71"/>
                    </a:lnTo>
                    <a:cubicBezTo>
                      <a:pt x="253" y="57"/>
                      <a:pt x="253" y="57"/>
                      <a:pt x="225" y="43"/>
                    </a:cubicBezTo>
                    <a:lnTo>
                      <a:pt x="211" y="15"/>
                    </a:lnTo>
                    <a:cubicBezTo>
                      <a:pt x="197" y="1"/>
                      <a:pt x="197" y="1"/>
                      <a:pt x="1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5" name="Google Shape;645;p26"/>
              <p:cNvSpPr/>
              <p:nvPr/>
            </p:nvSpPr>
            <p:spPr>
              <a:xfrm>
                <a:off x="2866850" y="2321250"/>
                <a:ext cx="4925" cy="8100"/>
              </a:xfrm>
              <a:custGeom>
                <a:rect b="b" l="l" r="r" t="t"/>
                <a:pathLst>
                  <a:path extrusionOk="0" h="324" w="197">
                    <a:moveTo>
                      <a:pt x="70" y="1"/>
                    </a:moveTo>
                    <a:cubicBezTo>
                      <a:pt x="56" y="29"/>
                      <a:pt x="42" y="43"/>
                      <a:pt x="42" y="57"/>
                    </a:cubicBezTo>
                    <a:lnTo>
                      <a:pt x="0" y="211"/>
                    </a:lnTo>
                    <a:lnTo>
                      <a:pt x="0" y="282"/>
                    </a:lnTo>
                    <a:cubicBezTo>
                      <a:pt x="14" y="310"/>
                      <a:pt x="42" y="324"/>
                      <a:pt x="56" y="324"/>
                    </a:cubicBezTo>
                    <a:lnTo>
                      <a:pt x="127" y="324"/>
                    </a:lnTo>
                    <a:cubicBezTo>
                      <a:pt x="141" y="310"/>
                      <a:pt x="155" y="282"/>
                      <a:pt x="155" y="268"/>
                    </a:cubicBezTo>
                    <a:lnTo>
                      <a:pt x="197" y="113"/>
                    </a:lnTo>
                    <a:lnTo>
                      <a:pt x="197" y="43"/>
                    </a:lnTo>
                    <a:cubicBezTo>
                      <a:pt x="183" y="29"/>
                      <a:pt x="155" y="1"/>
                      <a:pt x="14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6" name="Google Shape;646;p26"/>
              <p:cNvSpPr/>
              <p:nvPr/>
            </p:nvSpPr>
            <p:spPr>
              <a:xfrm>
                <a:off x="2895275" y="2333550"/>
                <a:ext cx="11600" cy="16500"/>
              </a:xfrm>
              <a:custGeom>
                <a:rect b="b" l="l" r="r" t="t"/>
                <a:pathLst>
                  <a:path extrusionOk="0" h="660" w="464">
                    <a:moveTo>
                      <a:pt x="141" y="0"/>
                    </a:moveTo>
                    <a:cubicBezTo>
                      <a:pt x="113" y="28"/>
                      <a:pt x="56" y="42"/>
                      <a:pt x="42" y="98"/>
                    </a:cubicBezTo>
                    <a:cubicBezTo>
                      <a:pt x="28" y="127"/>
                      <a:pt x="0" y="183"/>
                      <a:pt x="28" y="239"/>
                    </a:cubicBezTo>
                    <a:cubicBezTo>
                      <a:pt x="42" y="337"/>
                      <a:pt x="56" y="421"/>
                      <a:pt x="99" y="534"/>
                    </a:cubicBezTo>
                    <a:cubicBezTo>
                      <a:pt x="113" y="562"/>
                      <a:pt x="127" y="618"/>
                      <a:pt x="183" y="632"/>
                    </a:cubicBezTo>
                    <a:cubicBezTo>
                      <a:pt x="197" y="660"/>
                      <a:pt x="211" y="660"/>
                      <a:pt x="253" y="660"/>
                    </a:cubicBezTo>
                    <a:lnTo>
                      <a:pt x="323" y="660"/>
                    </a:lnTo>
                    <a:cubicBezTo>
                      <a:pt x="351" y="632"/>
                      <a:pt x="407" y="618"/>
                      <a:pt x="421" y="562"/>
                    </a:cubicBezTo>
                    <a:cubicBezTo>
                      <a:pt x="464" y="520"/>
                      <a:pt x="464" y="477"/>
                      <a:pt x="449" y="421"/>
                    </a:cubicBezTo>
                    <a:cubicBezTo>
                      <a:pt x="421" y="323"/>
                      <a:pt x="407" y="239"/>
                      <a:pt x="379" y="127"/>
                    </a:cubicBezTo>
                    <a:cubicBezTo>
                      <a:pt x="351" y="98"/>
                      <a:pt x="337" y="42"/>
                      <a:pt x="281" y="28"/>
                    </a:cubicBezTo>
                    <a:cubicBezTo>
                      <a:pt x="267" y="0"/>
                      <a:pt x="253" y="0"/>
                      <a:pt x="21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7" name="Google Shape;647;p26"/>
              <p:cNvSpPr/>
              <p:nvPr/>
            </p:nvSpPr>
            <p:spPr>
              <a:xfrm>
                <a:off x="2915625" y="2312125"/>
                <a:ext cx="9150" cy="6700"/>
              </a:xfrm>
              <a:custGeom>
                <a:rect b="b" l="l" r="r" t="t"/>
                <a:pathLst>
                  <a:path extrusionOk="0" h="268" w="366">
                    <a:moveTo>
                      <a:pt x="71" y="1"/>
                    </a:moveTo>
                    <a:cubicBezTo>
                      <a:pt x="57" y="1"/>
                      <a:pt x="29" y="15"/>
                      <a:pt x="14" y="29"/>
                    </a:cubicBezTo>
                    <a:cubicBezTo>
                      <a:pt x="0" y="57"/>
                      <a:pt x="0" y="85"/>
                      <a:pt x="0" y="99"/>
                    </a:cubicBezTo>
                    <a:cubicBezTo>
                      <a:pt x="0" y="127"/>
                      <a:pt x="14" y="155"/>
                      <a:pt x="29" y="155"/>
                    </a:cubicBezTo>
                    <a:cubicBezTo>
                      <a:pt x="85" y="197"/>
                      <a:pt x="155" y="211"/>
                      <a:pt x="211" y="240"/>
                    </a:cubicBezTo>
                    <a:cubicBezTo>
                      <a:pt x="225" y="268"/>
                      <a:pt x="239" y="268"/>
                      <a:pt x="281" y="268"/>
                    </a:cubicBezTo>
                    <a:cubicBezTo>
                      <a:pt x="295" y="268"/>
                      <a:pt x="309" y="240"/>
                      <a:pt x="337" y="226"/>
                    </a:cubicBezTo>
                    <a:cubicBezTo>
                      <a:pt x="351" y="211"/>
                      <a:pt x="365" y="183"/>
                      <a:pt x="351" y="155"/>
                    </a:cubicBezTo>
                    <a:cubicBezTo>
                      <a:pt x="351" y="141"/>
                      <a:pt x="337" y="113"/>
                      <a:pt x="309" y="113"/>
                    </a:cubicBezTo>
                    <a:cubicBezTo>
                      <a:pt x="267" y="71"/>
                      <a:pt x="197" y="57"/>
                      <a:pt x="141" y="15"/>
                    </a:cubicBezTo>
                    <a:cubicBezTo>
                      <a:pt x="127" y="1"/>
                      <a:pt x="99" y="1"/>
                      <a:pt x="7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8" name="Google Shape;648;p26"/>
              <p:cNvSpPr/>
              <p:nvPr/>
            </p:nvSpPr>
            <p:spPr>
              <a:xfrm>
                <a:off x="2906500" y="2286875"/>
                <a:ext cx="6350" cy="4225"/>
              </a:xfrm>
              <a:custGeom>
                <a:rect b="b" l="l" r="r" t="t"/>
                <a:pathLst>
                  <a:path extrusionOk="0" h="169" w="254">
                    <a:moveTo>
                      <a:pt x="71" y="0"/>
                    </a:moveTo>
                    <a:cubicBezTo>
                      <a:pt x="43" y="0"/>
                      <a:pt x="43" y="0"/>
                      <a:pt x="29" y="14"/>
                    </a:cubicBezTo>
                    <a:cubicBezTo>
                      <a:pt x="15" y="14"/>
                      <a:pt x="15" y="28"/>
                      <a:pt x="15" y="28"/>
                    </a:cubicBezTo>
                    <a:cubicBezTo>
                      <a:pt x="15" y="28"/>
                      <a:pt x="0" y="42"/>
                      <a:pt x="0" y="70"/>
                    </a:cubicBezTo>
                    <a:lnTo>
                      <a:pt x="0" y="84"/>
                    </a:lnTo>
                    <a:cubicBezTo>
                      <a:pt x="0" y="98"/>
                      <a:pt x="0" y="113"/>
                      <a:pt x="15" y="113"/>
                    </a:cubicBezTo>
                    <a:cubicBezTo>
                      <a:pt x="29" y="141"/>
                      <a:pt x="43" y="155"/>
                      <a:pt x="71" y="155"/>
                    </a:cubicBezTo>
                    <a:lnTo>
                      <a:pt x="155" y="169"/>
                    </a:lnTo>
                    <a:lnTo>
                      <a:pt x="183" y="169"/>
                    </a:lnTo>
                    <a:cubicBezTo>
                      <a:pt x="211" y="169"/>
                      <a:pt x="211" y="169"/>
                      <a:pt x="225" y="155"/>
                    </a:cubicBezTo>
                    <a:cubicBezTo>
                      <a:pt x="239" y="155"/>
                      <a:pt x="239" y="141"/>
                      <a:pt x="239" y="141"/>
                    </a:cubicBezTo>
                    <a:cubicBezTo>
                      <a:pt x="239" y="141"/>
                      <a:pt x="253" y="113"/>
                      <a:pt x="253" y="98"/>
                    </a:cubicBezTo>
                    <a:lnTo>
                      <a:pt x="253" y="84"/>
                    </a:lnTo>
                    <a:cubicBezTo>
                      <a:pt x="253" y="70"/>
                      <a:pt x="253" y="42"/>
                      <a:pt x="239" y="42"/>
                    </a:cubicBezTo>
                    <a:cubicBezTo>
                      <a:pt x="225" y="28"/>
                      <a:pt x="211" y="14"/>
                      <a:pt x="183" y="14"/>
                    </a:cubicBezTo>
                    <a:lnTo>
                      <a:pt x="9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9" name="Google Shape;649;p26"/>
              <p:cNvSpPr/>
              <p:nvPr/>
            </p:nvSpPr>
            <p:spPr>
              <a:xfrm>
                <a:off x="2906850" y="2219325"/>
                <a:ext cx="11250" cy="10175"/>
              </a:xfrm>
              <a:custGeom>
                <a:rect b="b" l="l" r="r" t="t"/>
                <a:pathLst>
                  <a:path extrusionOk="0" h="407" w="450">
                    <a:moveTo>
                      <a:pt x="176" y="1"/>
                    </a:moveTo>
                    <a:cubicBezTo>
                      <a:pt x="167" y="1"/>
                      <a:pt x="160" y="2"/>
                      <a:pt x="155" y="7"/>
                    </a:cubicBezTo>
                    <a:cubicBezTo>
                      <a:pt x="141" y="7"/>
                      <a:pt x="99" y="7"/>
                      <a:pt x="85" y="35"/>
                    </a:cubicBezTo>
                    <a:cubicBezTo>
                      <a:pt x="71" y="49"/>
                      <a:pt x="57" y="49"/>
                      <a:pt x="29" y="77"/>
                    </a:cubicBezTo>
                    <a:cubicBezTo>
                      <a:pt x="15" y="105"/>
                      <a:pt x="1" y="119"/>
                      <a:pt x="1" y="147"/>
                    </a:cubicBezTo>
                    <a:lnTo>
                      <a:pt x="1" y="204"/>
                    </a:lnTo>
                    <a:cubicBezTo>
                      <a:pt x="1" y="246"/>
                      <a:pt x="1" y="260"/>
                      <a:pt x="15" y="288"/>
                    </a:cubicBezTo>
                    <a:lnTo>
                      <a:pt x="57" y="330"/>
                    </a:lnTo>
                    <a:cubicBezTo>
                      <a:pt x="71" y="344"/>
                      <a:pt x="99" y="358"/>
                      <a:pt x="141" y="386"/>
                    </a:cubicBezTo>
                    <a:lnTo>
                      <a:pt x="225" y="400"/>
                    </a:lnTo>
                    <a:cubicBezTo>
                      <a:pt x="234" y="400"/>
                      <a:pt x="256" y="406"/>
                      <a:pt x="274" y="406"/>
                    </a:cubicBezTo>
                    <a:cubicBezTo>
                      <a:pt x="283" y="406"/>
                      <a:pt x="291" y="405"/>
                      <a:pt x="295" y="400"/>
                    </a:cubicBezTo>
                    <a:cubicBezTo>
                      <a:pt x="309" y="400"/>
                      <a:pt x="351" y="400"/>
                      <a:pt x="365" y="386"/>
                    </a:cubicBezTo>
                    <a:cubicBezTo>
                      <a:pt x="380" y="358"/>
                      <a:pt x="408" y="358"/>
                      <a:pt x="422" y="330"/>
                    </a:cubicBezTo>
                    <a:cubicBezTo>
                      <a:pt x="436" y="316"/>
                      <a:pt x="450" y="288"/>
                      <a:pt x="450" y="260"/>
                    </a:cubicBezTo>
                    <a:lnTo>
                      <a:pt x="450" y="204"/>
                    </a:lnTo>
                    <a:cubicBezTo>
                      <a:pt x="450" y="175"/>
                      <a:pt x="450" y="147"/>
                      <a:pt x="436" y="119"/>
                    </a:cubicBezTo>
                    <a:lnTo>
                      <a:pt x="408" y="77"/>
                    </a:lnTo>
                    <a:cubicBezTo>
                      <a:pt x="380" y="63"/>
                      <a:pt x="351" y="49"/>
                      <a:pt x="309" y="35"/>
                    </a:cubicBezTo>
                    <a:lnTo>
                      <a:pt x="225" y="7"/>
                    </a:lnTo>
                    <a:cubicBezTo>
                      <a:pt x="216" y="7"/>
                      <a:pt x="194" y="1"/>
                      <a:pt x="17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0" name="Google Shape;650;p26"/>
              <p:cNvSpPr/>
              <p:nvPr/>
            </p:nvSpPr>
            <p:spPr>
              <a:xfrm>
                <a:off x="2913525" y="2180875"/>
                <a:ext cx="8100" cy="6350"/>
              </a:xfrm>
              <a:custGeom>
                <a:rect b="b" l="l" r="r" t="t"/>
                <a:pathLst>
                  <a:path extrusionOk="0" h="254" w="324">
                    <a:moveTo>
                      <a:pt x="239" y="1"/>
                    </a:moveTo>
                    <a:cubicBezTo>
                      <a:pt x="225" y="1"/>
                      <a:pt x="211" y="1"/>
                      <a:pt x="211" y="29"/>
                    </a:cubicBezTo>
                    <a:cubicBezTo>
                      <a:pt x="155" y="43"/>
                      <a:pt x="84" y="71"/>
                      <a:pt x="28" y="99"/>
                    </a:cubicBezTo>
                    <a:cubicBezTo>
                      <a:pt x="14" y="99"/>
                      <a:pt x="0" y="127"/>
                      <a:pt x="0" y="141"/>
                    </a:cubicBezTo>
                    <a:lnTo>
                      <a:pt x="0" y="211"/>
                    </a:lnTo>
                    <a:cubicBezTo>
                      <a:pt x="14" y="240"/>
                      <a:pt x="28" y="254"/>
                      <a:pt x="42" y="254"/>
                    </a:cubicBezTo>
                    <a:lnTo>
                      <a:pt x="70" y="254"/>
                    </a:lnTo>
                    <a:cubicBezTo>
                      <a:pt x="84" y="254"/>
                      <a:pt x="98" y="254"/>
                      <a:pt x="98" y="240"/>
                    </a:cubicBezTo>
                    <a:cubicBezTo>
                      <a:pt x="155" y="211"/>
                      <a:pt x="225" y="183"/>
                      <a:pt x="281" y="169"/>
                    </a:cubicBezTo>
                    <a:cubicBezTo>
                      <a:pt x="295" y="169"/>
                      <a:pt x="309" y="127"/>
                      <a:pt x="309" y="113"/>
                    </a:cubicBezTo>
                    <a:cubicBezTo>
                      <a:pt x="323" y="99"/>
                      <a:pt x="323" y="57"/>
                      <a:pt x="309" y="43"/>
                    </a:cubicBezTo>
                    <a:cubicBezTo>
                      <a:pt x="295" y="29"/>
                      <a:pt x="281" y="1"/>
                      <a:pt x="2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1" name="Google Shape;651;p26"/>
              <p:cNvSpPr/>
              <p:nvPr/>
            </p:nvSpPr>
            <p:spPr>
              <a:xfrm>
                <a:off x="2916325" y="2161225"/>
                <a:ext cx="6700" cy="5300"/>
              </a:xfrm>
              <a:custGeom>
                <a:rect b="b" l="l" r="r" t="t"/>
                <a:pathLst>
                  <a:path extrusionOk="0" h="212" w="268">
                    <a:moveTo>
                      <a:pt x="169" y="1"/>
                    </a:moveTo>
                    <a:cubicBezTo>
                      <a:pt x="141" y="1"/>
                      <a:pt x="127" y="1"/>
                      <a:pt x="127" y="15"/>
                    </a:cubicBezTo>
                    <a:cubicBezTo>
                      <a:pt x="99" y="43"/>
                      <a:pt x="71" y="43"/>
                      <a:pt x="43" y="57"/>
                    </a:cubicBezTo>
                    <a:cubicBezTo>
                      <a:pt x="29" y="57"/>
                      <a:pt x="29" y="71"/>
                      <a:pt x="29" y="71"/>
                    </a:cubicBezTo>
                    <a:cubicBezTo>
                      <a:pt x="29" y="71"/>
                      <a:pt x="1" y="85"/>
                      <a:pt x="1" y="113"/>
                    </a:cubicBezTo>
                    <a:lnTo>
                      <a:pt x="1" y="141"/>
                    </a:lnTo>
                    <a:cubicBezTo>
                      <a:pt x="1" y="155"/>
                      <a:pt x="1" y="155"/>
                      <a:pt x="29" y="183"/>
                    </a:cubicBezTo>
                    <a:lnTo>
                      <a:pt x="43" y="197"/>
                    </a:lnTo>
                    <a:cubicBezTo>
                      <a:pt x="57" y="211"/>
                      <a:pt x="57" y="211"/>
                      <a:pt x="71" y="211"/>
                    </a:cubicBezTo>
                    <a:lnTo>
                      <a:pt x="99" y="211"/>
                    </a:lnTo>
                    <a:cubicBezTo>
                      <a:pt x="113" y="211"/>
                      <a:pt x="127" y="211"/>
                      <a:pt x="127" y="197"/>
                    </a:cubicBezTo>
                    <a:cubicBezTo>
                      <a:pt x="169" y="183"/>
                      <a:pt x="183" y="183"/>
                      <a:pt x="211" y="155"/>
                    </a:cubicBezTo>
                    <a:cubicBezTo>
                      <a:pt x="239" y="155"/>
                      <a:pt x="239" y="141"/>
                      <a:pt x="239" y="141"/>
                    </a:cubicBezTo>
                    <a:cubicBezTo>
                      <a:pt x="239" y="141"/>
                      <a:pt x="253" y="127"/>
                      <a:pt x="253" y="113"/>
                    </a:cubicBezTo>
                    <a:cubicBezTo>
                      <a:pt x="267" y="113"/>
                      <a:pt x="267" y="85"/>
                      <a:pt x="253" y="71"/>
                    </a:cubicBezTo>
                    <a:cubicBezTo>
                      <a:pt x="253" y="57"/>
                      <a:pt x="253" y="57"/>
                      <a:pt x="239" y="43"/>
                    </a:cubicBezTo>
                    <a:lnTo>
                      <a:pt x="211" y="15"/>
                    </a:lnTo>
                    <a:cubicBezTo>
                      <a:pt x="197" y="1"/>
                      <a:pt x="197" y="1"/>
                      <a:pt x="1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" name="Google Shape;652;p26"/>
              <p:cNvSpPr/>
              <p:nvPr/>
            </p:nvSpPr>
            <p:spPr>
              <a:xfrm>
                <a:off x="2951075" y="2162475"/>
                <a:ext cx="168125" cy="226000"/>
              </a:xfrm>
              <a:custGeom>
                <a:rect b="b" l="l" r="r" t="t"/>
                <a:pathLst>
                  <a:path extrusionOk="0" h="9040" w="6725">
                    <a:moveTo>
                      <a:pt x="3672" y="0"/>
                    </a:moveTo>
                    <a:cubicBezTo>
                      <a:pt x="3356" y="0"/>
                      <a:pt x="3056" y="73"/>
                      <a:pt x="2808" y="246"/>
                    </a:cubicBezTo>
                    <a:cubicBezTo>
                      <a:pt x="2050" y="793"/>
                      <a:pt x="2176" y="2393"/>
                      <a:pt x="2092" y="3193"/>
                    </a:cubicBezTo>
                    <a:cubicBezTo>
                      <a:pt x="1979" y="4274"/>
                      <a:pt x="1572" y="5299"/>
                      <a:pt x="969" y="6183"/>
                    </a:cubicBezTo>
                    <a:cubicBezTo>
                      <a:pt x="702" y="6534"/>
                      <a:pt x="407" y="6885"/>
                      <a:pt x="225" y="7292"/>
                    </a:cubicBezTo>
                    <a:cubicBezTo>
                      <a:pt x="56" y="7685"/>
                      <a:pt x="0" y="8205"/>
                      <a:pt x="267" y="8570"/>
                    </a:cubicBezTo>
                    <a:cubicBezTo>
                      <a:pt x="505" y="8910"/>
                      <a:pt x="936" y="9040"/>
                      <a:pt x="1367" y="9040"/>
                    </a:cubicBezTo>
                    <a:cubicBezTo>
                      <a:pt x="1469" y="9040"/>
                      <a:pt x="1571" y="9032"/>
                      <a:pt x="1671" y="9019"/>
                    </a:cubicBezTo>
                    <a:cubicBezTo>
                      <a:pt x="2906" y="8865"/>
                      <a:pt x="3959" y="8064"/>
                      <a:pt x="4801" y="7124"/>
                    </a:cubicBezTo>
                    <a:cubicBezTo>
                      <a:pt x="5601" y="6268"/>
                      <a:pt x="6261" y="5257"/>
                      <a:pt x="6485" y="4106"/>
                    </a:cubicBezTo>
                    <a:cubicBezTo>
                      <a:pt x="6724" y="2969"/>
                      <a:pt x="6471" y="1691"/>
                      <a:pt x="5671" y="849"/>
                    </a:cubicBezTo>
                    <a:cubicBezTo>
                      <a:pt x="5229" y="397"/>
                      <a:pt x="4408" y="0"/>
                      <a:pt x="367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3" name="Google Shape;653;p26"/>
              <p:cNvSpPr/>
              <p:nvPr/>
            </p:nvSpPr>
            <p:spPr>
              <a:xfrm>
                <a:off x="2994575" y="2207150"/>
                <a:ext cx="88475" cy="140950"/>
              </a:xfrm>
              <a:custGeom>
                <a:rect b="b" l="l" r="r" t="t"/>
                <a:pathLst>
                  <a:path extrusionOk="0" h="5638" w="3539">
                    <a:moveTo>
                      <a:pt x="2491" y="1"/>
                    </a:moveTo>
                    <a:cubicBezTo>
                      <a:pt x="2145" y="1"/>
                      <a:pt x="1819" y="272"/>
                      <a:pt x="1671" y="606"/>
                    </a:cubicBezTo>
                    <a:cubicBezTo>
                      <a:pt x="1503" y="957"/>
                      <a:pt x="1489" y="1336"/>
                      <a:pt x="1433" y="1715"/>
                    </a:cubicBezTo>
                    <a:cubicBezTo>
                      <a:pt x="1334" y="2389"/>
                      <a:pt x="1082" y="3049"/>
                      <a:pt x="801" y="3652"/>
                    </a:cubicBezTo>
                    <a:cubicBezTo>
                      <a:pt x="618" y="4060"/>
                      <a:pt x="1" y="4832"/>
                      <a:pt x="127" y="5295"/>
                    </a:cubicBezTo>
                    <a:cubicBezTo>
                      <a:pt x="194" y="5539"/>
                      <a:pt x="334" y="5637"/>
                      <a:pt x="514" y="5637"/>
                    </a:cubicBezTo>
                    <a:cubicBezTo>
                      <a:pt x="1163" y="5637"/>
                      <a:pt x="2336" y="4370"/>
                      <a:pt x="2556" y="4074"/>
                    </a:cubicBezTo>
                    <a:cubicBezTo>
                      <a:pt x="3215" y="3203"/>
                      <a:pt x="3538" y="2080"/>
                      <a:pt x="3356" y="1013"/>
                    </a:cubicBezTo>
                    <a:cubicBezTo>
                      <a:pt x="3257" y="550"/>
                      <a:pt x="3005" y="59"/>
                      <a:pt x="2542" y="3"/>
                    </a:cubicBezTo>
                    <a:cubicBezTo>
                      <a:pt x="2525" y="1"/>
                      <a:pt x="2508" y="1"/>
                      <a:pt x="24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4" name="Google Shape;654;p26"/>
              <p:cNvSpPr/>
              <p:nvPr/>
            </p:nvSpPr>
            <p:spPr>
              <a:xfrm>
                <a:off x="3053200" y="2185650"/>
                <a:ext cx="5975" cy="9100"/>
              </a:xfrm>
              <a:custGeom>
                <a:rect b="b" l="l" r="r" t="t"/>
                <a:pathLst>
                  <a:path extrusionOk="0" h="364" w="239">
                    <a:moveTo>
                      <a:pt x="105" y="0"/>
                    </a:moveTo>
                    <a:cubicBezTo>
                      <a:pt x="87" y="0"/>
                      <a:pt x="66" y="6"/>
                      <a:pt x="56" y="6"/>
                    </a:cubicBezTo>
                    <a:cubicBezTo>
                      <a:pt x="28" y="20"/>
                      <a:pt x="0" y="49"/>
                      <a:pt x="0" y="63"/>
                    </a:cubicBezTo>
                    <a:lnTo>
                      <a:pt x="0" y="91"/>
                    </a:lnTo>
                    <a:lnTo>
                      <a:pt x="0" y="133"/>
                    </a:lnTo>
                    <a:cubicBezTo>
                      <a:pt x="28" y="189"/>
                      <a:pt x="42" y="259"/>
                      <a:pt x="56" y="301"/>
                    </a:cubicBezTo>
                    <a:cubicBezTo>
                      <a:pt x="70" y="343"/>
                      <a:pt x="98" y="343"/>
                      <a:pt x="112" y="357"/>
                    </a:cubicBezTo>
                    <a:cubicBezTo>
                      <a:pt x="117" y="362"/>
                      <a:pt x="125" y="364"/>
                      <a:pt x="134" y="364"/>
                    </a:cubicBezTo>
                    <a:cubicBezTo>
                      <a:pt x="151" y="364"/>
                      <a:pt x="173" y="357"/>
                      <a:pt x="183" y="357"/>
                    </a:cubicBezTo>
                    <a:cubicBezTo>
                      <a:pt x="211" y="343"/>
                      <a:pt x="239" y="329"/>
                      <a:pt x="239" y="301"/>
                    </a:cubicBezTo>
                    <a:lnTo>
                      <a:pt x="239" y="273"/>
                    </a:lnTo>
                    <a:lnTo>
                      <a:pt x="239" y="231"/>
                    </a:lnTo>
                    <a:lnTo>
                      <a:pt x="183" y="63"/>
                    </a:lnTo>
                    <a:cubicBezTo>
                      <a:pt x="169" y="20"/>
                      <a:pt x="140" y="20"/>
                      <a:pt x="126" y="6"/>
                    </a:cubicBezTo>
                    <a:cubicBezTo>
                      <a:pt x="122" y="2"/>
                      <a:pt x="114" y="0"/>
                      <a:pt x="10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5" name="Google Shape;655;p26"/>
              <p:cNvSpPr/>
              <p:nvPr/>
            </p:nvSpPr>
            <p:spPr>
              <a:xfrm>
                <a:off x="3080925" y="2206375"/>
                <a:ext cx="12650" cy="7650"/>
              </a:xfrm>
              <a:custGeom>
                <a:rect b="b" l="l" r="r" t="t"/>
                <a:pathLst>
                  <a:path extrusionOk="0" h="306" w="506">
                    <a:moveTo>
                      <a:pt x="398" y="1"/>
                    </a:moveTo>
                    <a:cubicBezTo>
                      <a:pt x="386" y="1"/>
                      <a:pt x="375" y="2"/>
                      <a:pt x="365" y="6"/>
                    </a:cubicBezTo>
                    <a:cubicBezTo>
                      <a:pt x="281" y="34"/>
                      <a:pt x="182" y="90"/>
                      <a:pt x="70" y="132"/>
                    </a:cubicBezTo>
                    <a:cubicBezTo>
                      <a:pt x="14" y="146"/>
                      <a:pt x="0" y="202"/>
                      <a:pt x="14" y="244"/>
                    </a:cubicBezTo>
                    <a:cubicBezTo>
                      <a:pt x="35" y="287"/>
                      <a:pt x="82" y="306"/>
                      <a:pt x="115" y="306"/>
                    </a:cubicBezTo>
                    <a:cubicBezTo>
                      <a:pt x="125" y="306"/>
                      <a:pt x="134" y="304"/>
                      <a:pt x="140" y="300"/>
                    </a:cubicBezTo>
                    <a:cubicBezTo>
                      <a:pt x="225" y="272"/>
                      <a:pt x="337" y="216"/>
                      <a:pt x="435" y="174"/>
                    </a:cubicBezTo>
                    <a:cubicBezTo>
                      <a:pt x="491" y="160"/>
                      <a:pt x="505" y="104"/>
                      <a:pt x="491" y="62"/>
                    </a:cubicBezTo>
                    <a:cubicBezTo>
                      <a:pt x="481" y="19"/>
                      <a:pt x="437" y="1"/>
                      <a:pt x="3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6" name="Google Shape;656;p26"/>
              <p:cNvSpPr/>
              <p:nvPr/>
            </p:nvSpPr>
            <p:spPr>
              <a:xfrm>
                <a:off x="3088975" y="2230725"/>
                <a:ext cx="7400" cy="4575"/>
              </a:xfrm>
              <a:custGeom>
                <a:rect b="b" l="l" r="r" t="t"/>
                <a:pathLst>
                  <a:path extrusionOk="0" h="183" w="296">
                    <a:moveTo>
                      <a:pt x="183" y="0"/>
                    </a:moveTo>
                    <a:cubicBezTo>
                      <a:pt x="155" y="0"/>
                      <a:pt x="99" y="14"/>
                      <a:pt x="71" y="14"/>
                    </a:cubicBezTo>
                    <a:cubicBezTo>
                      <a:pt x="43" y="14"/>
                      <a:pt x="29" y="28"/>
                      <a:pt x="15" y="42"/>
                    </a:cubicBezTo>
                    <a:cubicBezTo>
                      <a:pt x="15" y="70"/>
                      <a:pt x="1" y="99"/>
                      <a:pt x="1" y="113"/>
                    </a:cubicBezTo>
                    <a:cubicBezTo>
                      <a:pt x="1" y="127"/>
                      <a:pt x="15" y="127"/>
                      <a:pt x="15" y="155"/>
                    </a:cubicBezTo>
                    <a:cubicBezTo>
                      <a:pt x="15" y="155"/>
                      <a:pt x="15" y="169"/>
                      <a:pt x="29" y="169"/>
                    </a:cubicBezTo>
                    <a:cubicBezTo>
                      <a:pt x="43" y="183"/>
                      <a:pt x="85" y="183"/>
                      <a:pt x="99" y="183"/>
                    </a:cubicBezTo>
                    <a:cubicBezTo>
                      <a:pt x="141" y="183"/>
                      <a:pt x="183" y="169"/>
                      <a:pt x="225" y="169"/>
                    </a:cubicBezTo>
                    <a:cubicBezTo>
                      <a:pt x="239" y="169"/>
                      <a:pt x="254" y="155"/>
                      <a:pt x="282" y="141"/>
                    </a:cubicBezTo>
                    <a:cubicBezTo>
                      <a:pt x="296" y="113"/>
                      <a:pt x="296" y="84"/>
                      <a:pt x="296" y="70"/>
                    </a:cubicBezTo>
                    <a:cubicBezTo>
                      <a:pt x="296" y="42"/>
                      <a:pt x="282" y="42"/>
                      <a:pt x="282" y="28"/>
                    </a:cubicBezTo>
                    <a:cubicBezTo>
                      <a:pt x="282" y="28"/>
                      <a:pt x="282" y="14"/>
                      <a:pt x="254" y="14"/>
                    </a:cubicBezTo>
                    <a:cubicBezTo>
                      <a:pt x="239" y="0"/>
                      <a:pt x="211" y="0"/>
                      <a:pt x="1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7" name="Google Shape;657;p26"/>
              <p:cNvSpPr/>
              <p:nvPr/>
            </p:nvSpPr>
            <p:spPr>
              <a:xfrm>
                <a:off x="3086875" y="2262300"/>
                <a:ext cx="13375" cy="8100"/>
              </a:xfrm>
              <a:custGeom>
                <a:rect b="b" l="l" r="r" t="t"/>
                <a:pathLst>
                  <a:path extrusionOk="0" h="324" w="535">
                    <a:moveTo>
                      <a:pt x="225" y="1"/>
                    </a:moveTo>
                    <a:cubicBezTo>
                      <a:pt x="183" y="1"/>
                      <a:pt x="169" y="1"/>
                      <a:pt x="127" y="15"/>
                    </a:cubicBezTo>
                    <a:cubicBezTo>
                      <a:pt x="113" y="15"/>
                      <a:pt x="113" y="29"/>
                      <a:pt x="99" y="29"/>
                    </a:cubicBezTo>
                    <a:cubicBezTo>
                      <a:pt x="85" y="43"/>
                      <a:pt x="57" y="71"/>
                      <a:pt x="43" y="99"/>
                    </a:cubicBezTo>
                    <a:cubicBezTo>
                      <a:pt x="43" y="113"/>
                      <a:pt x="43" y="141"/>
                      <a:pt x="29" y="155"/>
                    </a:cubicBezTo>
                    <a:cubicBezTo>
                      <a:pt x="1" y="169"/>
                      <a:pt x="29" y="211"/>
                      <a:pt x="29" y="225"/>
                    </a:cubicBezTo>
                    <a:cubicBezTo>
                      <a:pt x="43" y="239"/>
                      <a:pt x="43" y="253"/>
                      <a:pt x="57" y="281"/>
                    </a:cubicBezTo>
                    <a:cubicBezTo>
                      <a:pt x="85" y="295"/>
                      <a:pt x="99" y="295"/>
                      <a:pt x="113" y="309"/>
                    </a:cubicBezTo>
                    <a:cubicBezTo>
                      <a:pt x="127" y="309"/>
                      <a:pt x="169" y="323"/>
                      <a:pt x="183" y="323"/>
                    </a:cubicBezTo>
                    <a:lnTo>
                      <a:pt x="323" y="323"/>
                    </a:lnTo>
                    <a:cubicBezTo>
                      <a:pt x="352" y="323"/>
                      <a:pt x="380" y="323"/>
                      <a:pt x="408" y="309"/>
                    </a:cubicBezTo>
                    <a:cubicBezTo>
                      <a:pt x="422" y="309"/>
                      <a:pt x="422" y="295"/>
                      <a:pt x="450" y="295"/>
                    </a:cubicBezTo>
                    <a:cubicBezTo>
                      <a:pt x="464" y="281"/>
                      <a:pt x="478" y="253"/>
                      <a:pt x="492" y="225"/>
                    </a:cubicBezTo>
                    <a:lnTo>
                      <a:pt x="520" y="169"/>
                    </a:lnTo>
                    <a:cubicBezTo>
                      <a:pt x="534" y="155"/>
                      <a:pt x="520" y="113"/>
                      <a:pt x="520" y="99"/>
                    </a:cubicBezTo>
                    <a:cubicBezTo>
                      <a:pt x="506" y="85"/>
                      <a:pt x="506" y="71"/>
                      <a:pt x="478" y="43"/>
                    </a:cubicBezTo>
                    <a:cubicBezTo>
                      <a:pt x="464" y="29"/>
                      <a:pt x="450" y="29"/>
                      <a:pt x="436" y="15"/>
                    </a:cubicBezTo>
                    <a:cubicBezTo>
                      <a:pt x="408" y="15"/>
                      <a:pt x="380" y="1"/>
                      <a:pt x="3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8" name="Google Shape;658;p26"/>
              <p:cNvSpPr/>
              <p:nvPr/>
            </p:nvSpPr>
            <p:spPr>
              <a:xfrm>
                <a:off x="3070025" y="2309875"/>
                <a:ext cx="7050" cy="7200"/>
              </a:xfrm>
              <a:custGeom>
                <a:rect b="b" l="l" r="r" t="t"/>
                <a:pathLst>
                  <a:path extrusionOk="0" h="288" w="282">
                    <a:moveTo>
                      <a:pt x="100" y="0"/>
                    </a:moveTo>
                    <a:cubicBezTo>
                      <a:pt x="82" y="0"/>
                      <a:pt x="66" y="7"/>
                      <a:pt x="57" y="7"/>
                    </a:cubicBezTo>
                    <a:cubicBezTo>
                      <a:pt x="15" y="21"/>
                      <a:pt x="15" y="35"/>
                      <a:pt x="1" y="63"/>
                    </a:cubicBezTo>
                    <a:cubicBezTo>
                      <a:pt x="1" y="63"/>
                      <a:pt x="1" y="69"/>
                      <a:pt x="5" y="69"/>
                    </a:cubicBezTo>
                    <a:cubicBezTo>
                      <a:pt x="7" y="69"/>
                      <a:pt x="10" y="68"/>
                      <a:pt x="15" y="63"/>
                    </a:cubicBezTo>
                    <a:lnTo>
                      <a:pt x="15" y="91"/>
                    </a:lnTo>
                    <a:cubicBezTo>
                      <a:pt x="15" y="105"/>
                      <a:pt x="15" y="119"/>
                      <a:pt x="29" y="119"/>
                    </a:cubicBezTo>
                    <a:cubicBezTo>
                      <a:pt x="29" y="119"/>
                      <a:pt x="29" y="147"/>
                      <a:pt x="57" y="147"/>
                    </a:cubicBezTo>
                    <a:lnTo>
                      <a:pt x="71" y="161"/>
                    </a:lnTo>
                    <a:cubicBezTo>
                      <a:pt x="85" y="161"/>
                      <a:pt x="85" y="175"/>
                      <a:pt x="85" y="175"/>
                    </a:cubicBezTo>
                    <a:cubicBezTo>
                      <a:pt x="99" y="203"/>
                      <a:pt x="99" y="203"/>
                      <a:pt x="99" y="217"/>
                    </a:cubicBezTo>
                    <a:cubicBezTo>
                      <a:pt x="99" y="231"/>
                      <a:pt x="127" y="245"/>
                      <a:pt x="141" y="273"/>
                    </a:cubicBezTo>
                    <a:cubicBezTo>
                      <a:pt x="155" y="287"/>
                      <a:pt x="197" y="287"/>
                      <a:pt x="211" y="287"/>
                    </a:cubicBezTo>
                    <a:cubicBezTo>
                      <a:pt x="225" y="287"/>
                      <a:pt x="225" y="273"/>
                      <a:pt x="239" y="273"/>
                    </a:cubicBezTo>
                    <a:cubicBezTo>
                      <a:pt x="239" y="273"/>
                      <a:pt x="268" y="273"/>
                      <a:pt x="268" y="245"/>
                    </a:cubicBezTo>
                    <a:cubicBezTo>
                      <a:pt x="282" y="231"/>
                      <a:pt x="282" y="231"/>
                      <a:pt x="282" y="217"/>
                    </a:cubicBezTo>
                    <a:lnTo>
                      <a:pt x="282" y="175"/>
                    </a:lnTo>
                    <a:lnTo>
                      <a:pt x="225" y="77"/>
                    </a:lnTo>
                    <a:cubicBezTo>
                      <a:pt x="197" y="35"/>
                      <a:pt x="155" y="21"/>
                      <a:pt x="127" y="7"/>
                    </a:cubicBezTo>
                    <a:cubicBezTo>
                      <a:pt x="118" y="2"/>
                      <a:pt x="108" y="0"/>
                      <a:pt x="1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9" name="Google Shape;659;p26"/>
              <p:cNvSpPr/>
              <p:nvPr/>
            </p:nvSpPr>
            <p:spPr>
              <a:xfrm>
                <a:off x="3061950" y="2319500"/>
                <a:ext cx="6350" cy="6700"/>
              </a:xfrm>
              <a:custGeom>
                <a:rect b="b" l="l" r="r" t="t"/>
                <a:pathLst>
                  <a:path extrusionOk="0" h="268" w="254">
                    <a:moveTo>
                      <a:pt x="57" y="1"/>
                    </a:moveTo>
                    <a:cubicBezTo>
                      <a:pt x="57" y="29"/>
                      <a:pt x="43" y="29"/>
                      <a:pt x="43" y="29"/>
                    </a:cubicBezTo>
                    <a:cubicBezTo>
                      <a:pt x="43" y="29"/>
                      <a:pt x="29" y="29"/>
                      <a:pt x="29" y="43"/>
                    </a:cubicBezTo>
                    <a:cubicBezTo>
                      <a:pt x="1" y="43"/>
                      <a:pt x="1" y="57"/>
                      <a:pt x="1" y="71"/>
                    </a:cubicBezTo>
                    <a:lnTo>
                      <a:pt x="1" y="113"/>
                    </a:lnTo>
                    <a:cubicBezTo>
                      <a:pt x="1" y="127"/>
                      <a:pt x="29" y="127"/>
                      <a:pt x="29" y="141"/>
                    </a:cubicBezTo>
                    <a:lnTo>
                      <a:pt x="99" y="225"/>
                    </a:lnTo>
                    <a:cubicBezTo>
                      <a:pt x="99" y="253"/>
                      <a:pt x="113" y="267"/>
                      <a:pt x="127" y="267"/>
                    </a:cubicBezTo>
                    <a:lnTo>
                      <a:pt x="198" y="267"/>
                    </a:lnTo>
                    <a:cubicBezTo>
                      <a:pt x="198" y="253"/>
                      <a:pt x="212" y="253"/>
                      <a:pt x="212" y="253"/>
                    </a:cubicBezTo>
                    <a:cubicBezTo>
                      <a:pt x="212" y="253"/>
                      <a:pt x="240" y="253"/>
                      <a:pt x="240" y="225"/>
                    </a:cubicBezTo>
                    <a:cubicBezTo>
                      <a:pt x="254" y="211"/>
                      <a:pt x="254" y="211"/>
                      <a:pt x="254" y="197"/>
                    </a:cubicBezTo>
                    <a:lnTo>
                      <a:pt x="254" y="155"/>
                    </a:lnTo>
                    <a:cubicBezTo>
                      <a:pt x="254" y="141"/>
                      <a:pt x="240" y="141"/>
                      <a:pt x="240" y="127"/>
                    </a:cubicBezTo>
                    <a:lnTo>
                      <a:pt x="169" y="43"/>
                    </a:lnTo>
                    <a:cubicBezTo>
                      <a:pt x="169" y="29"/>
                      <a:pt x="141" y="1"/>
                      <a:pt x="1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0" name="Google Shape;660;p26"/>
              <p:cNvSpPr/>
              <p:nvPr/>
            </p:nvSpPr>
            <p:spPr>
              <a:xfrm>
                <a:off x="3014225" y="2363375"/>
                <a:ext cx="5300" cy="8450"/>
              </a:xfrm>
              <a:custGeom>
                <a:rect b="b" l="l" r="r" t="t"/>
                <a:pathLst>
                  <a:path extrusionOk="0" h="338" w="212">
                    <a:moveTo>
                      <a:pt x="141" y="0"/>
                    </a:moveTo>
                    <a:cubicBezTo>
                      <a:pt x="99" y="0"/>
                      <a:pt x="85" y="0"/>
                      <a:pt x="71" y="28"/>
                    </a:cubicBezTo>
                    <a:cubicBezTo>
                      <a:pt x="57" y="42"/>
                      <a:pt x="43" y="57"/>
                      <a:pt x="43" y="71"/>
                    </a:cubicBezTo>
                    <a:lnTo>
                      <a:pt x="1" y="239"/>
                    </a:lnTo>
                    <a:cubicBezTo>
                      <a:pt x="1" y="267"/>
                      <a:pt x="1" y="281"/>
                      <a:pt x="15" y="309"/>
                    </a:cubicBezTo>
                    <a:cubicBezTo>
                      <a:pt x="15" y="323"/>
                      <a:pt x="57" y="337"/>
                      <a:pt x="71" y="337"/>
                    </a:cubicBezTo>
                    <a:cubicBezTo>
                      <a:pt x="113" y="337"/>
                      <a:pt x="127" y="337"/>
                      <a:pt x="141" y="323"/>
                    </a:cubicBezTo>
                    <a:cubicBezTo>
                      <a:pt x="155" y="309"/>
                      <a:pt x="183" y="281"/>
                      <a:pt x="183" y="267"/>
                    </a:cubicBezTo>
                    <a:lnTo>
                      <a:pt x="211" y="113"/>
                    </a:lnTo>
                    <a:cubicBezTo>
                      <a:pt x="211" y="71"/>
                      <a:pt x="211" y="57"/>
                      <a:pt x="197" y="42"/>
                    </a:cubicBezTo>
                    <a:cubicBezTo>
                      <a:pt x="197" y="28"/>
                      <a:pt x="155" y="0"/>
                      <a:pt x="14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1" name="Google Shape;661;p26"/>
              <p:cNvSpPr/>
              <p:nvPr/>
            </p:nvSpPr>
            <p:spPr>
              <a:xfrm>
                <a:off x="2974225" y="2363025"/>
                <a:ext cx="13725" cy="15450"/>
              </a:xfrm>
              <a:custGeom>
                <a:rect b="b" l="l" r="r" t="t"/>
                <a:pathLst>
                  <a:path extrusionOk="0" h="618" w="549">
                    <a:moveTo>
                      <a:pt x="338" y="0"/>
                    </a:moveTo>
                    <a:cubicBezTo>
                      <a:pt x="281" y="0"/>
                      <a:pt x="239" y="42"/>
                      <a:pt x="211" y="71"/>
                    </a:cubicBezTo>
                    <a:cubicBezTo>
                      <a:pt x="169" y="141"/>
                      <a:pt x="99" y="225"/>
                      <a:pt x="43" y="323"/>
                    </a:cubicBezTo>
                    <a:cubicBezTo>
                      <a:pt x="1" y="351"/>
                      <a:pt x="1" y="407"/>
                      <a:pt x="1" y="464"/>
                    </a:cubicBezTo>
                    <a:cubicBezTo>
                      <a:pt x="1" y="506"/>
                      <a:pt x="43" y="548"/>
                      <a:pt x="71" y="576"/>
                    </a:cubicBezTo>
                    <a:cubicBezTo>
                      <a:pt x="99" y="590"/>
                      <a:pt x="127" y="618"/>
                      <a:pt x="141" y="618"/>
                    </a:cubicBezTo>
                    <a:lnTo>
                      <a:pt x="211" y="618"/>
                    </a:lnTo>
                    <a:cubicBezTo>
                      <a:pt x="267" y="618"/>
                      <a:pt x="324" y="576"/>
                      <a:pt x="338" y="548"/>
                    </a:cubicBezTo>
                    <a:cubicBezTo>
                      <a:pt x="394" y="478"/>
                      <a:pt x="464" y="393"/>
                      <a:pt x="520" y="295"/>
                    </a:cubicBezTo>
                    <a:cubicBezTo>
                      <a:pt x="548" y="253"/>
                      <a:pt x="548" y="211"/>
                      <a:pt x="548" y="155"/>
                    </a:cubicBezTo>
                    <a:cubicBezTo>
                      <a:pt x="548" y="113"/>
                      <a:pt x="520" y="71"/>
                      <a:pt x="478" y="42"/>
                    </a:cubicBezTo>
                    <a:cubicBezTo>
                      <a:pt x="464" y="14"/>
                      <a:pt x="422" y="0"/>
                      <a:pt x="4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2" name="Google Shape;662;p26"/>
              <p:cNvSpPr/>
              <p:nvPr/>
            </p:nvSpPr>
            <p:spPr>
              <a:xfrm>
                <a:off x="2968625" y="2336700"/>
                <a:ext cx="9150" cy="4950"/>
              </a:xfrm>
              <a:custGeom>
                <a:rect b="b" l="l" r="r" t="t"/>
                <a:pathLst>
                  <a:path extrusionOk="0" h="198" w="366">
                    <a:moveTo>
                      <a:pt x="267" y="1"/>
                    </a:moveTo>
                    <a:cubicBezTo>
                      <a:pt x="211" y="15"/>
                      <a:pt x="140" y="15"/>
                      <a:pt x="70" y="15"/>
                    </a:cubicBezTo>
                    <a:cubicBezTo>
                      <a:pt x="56" y="15"/>
                      <a:pt x="42" y="43"/>
                      <a:pt x="14" y="57"/>
                    </a:cubicBezTo>
                    <a:cubicBezTo>
                      <a:pt x="14" y="71"/>
                      <a:pt x="0" y="113"/>
                      <a:pt x="0" y="127"/>
                    </a:cubicBezTo>
                    <a:cubicBezTo>
                      <a:pt x="0" y="141"/>
                      <a:pt x="14" y="155"/>
                      <a:pt x="42" y="183"/>
                    </a:cubicBezTo>
                    <a:cubicBezTo>
                      <a:pt x="56" y="197"/>
                      <a:pt x="84" y="197"/>
                      <a:pt x="112" y="197"/>
                    </a:cubicBezTo>
                    <a:cubicBezTo>
                      <a:pt x="154" y="183"/>
                      <a:pt x="225" y="183"/>
                      <a:pt x="295" y="183"/>
                    </a:cubicBezTo>
                    <a:cubicBezTo>
                      <a:pt x="323" y="183"/>
                      <a:pt x="337" y="155"/>
                      <a:pt x="351" y="141"/>
                    </a:cubicBezTo>
                    <a:cubicBezTo>
                      <a:pt x="365" y="127"/>
                      <a:pt x="365" y="85"/>
                      <a:pt x="365" y="71"/>
                    </a:cubicBezTo>
                    <a:cubicBezTo>
                      <a:pt x="365" y="57"/>
                      <a:pt x="351" y="43"/>
                      <a:pt x="337" y="15"/>
                    </a:cubicBezTo>
                    <a:cubicBezTo>
                      <a:pt x="323" y="1"/>
                      <a:pt x="281" y="1"/>
                      <a:pt x="2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3" name="Google Shape;663;p26"/>
              <p:cNvSpPr/>
              <p:nvPr/>
            </p:nvSpPr>
            <p:spPr>
              <a:xfrm>
                <a:off x="2990025" y="2316000"/>
                <a:ext cx="6700" cy="4925"/>
              </a:xfrm>
              <a:custGeom>
                <a:rect b="b" l="l" r="r" t="t"/>
                <a:pathLst>
                  <a:path extrusionOk="0" h="197" w="268">
                    <a:moveTo>
                      <a:pt x="113" y="0"/>
                    </a:moveTo>
                    <a:cubicBezTo>
                      <a:pt x="71" y="0"/>
                      <a:pt x="56" y="0"/>
                      <a:pt x="42" y="28"/>
                    </a:cubicBezTo>
                    <a:cubicBezTo>
                      <a:pt x="28" y="28"/>
                      <a:pt x="0" y="42"/>
                      <a:pt x="0" y="56"/>
                    </a:cubicBezTo>
                    <a:lnTo>
                      <a:pt x="0" y="71"/>
                    </a:lnTo>
                    <a:lnTo>
                      <a:pt x="0" y="113"/>
                    </a:lnTo>
                    <a:cubicBezTo>
                      <a:pt x="0" y="127"/>
                      <a:pt x="28" y="127"/>
                      <a:pt x="28" y="141"/>
                    </a:cubicBezTo>
                    <a:cubicBezTo>
                      <a:pt x="28" y="141"/>
                      <a:pt x="28" y="169"/>
                      <a:pt x="42" y="169"/>
                    </a:cubicBezTo>
                    <a:cubicBezTo>
                      <a:pt x="56" y="183"/>
                      <a:pt x="56" y="183"/>
                      <a:pt x="71" y="183"/>
                    </a:cubicBezTo>
                    <a:lnTo>
                      <a:pt x="155" y="197"/>
                    </a:lnTo>
                    <a:cubicBezTo>
                      <a:pt x="197" y="197"/>
                      <a:pt x="211" y="197"/>
                      <a:pt x="239" y="183"/>
                    </a:cubicBezTo>
                    <a:cubicBezTo>
                      <a:pt x="253" y="183"/>
                      <a:pt x="267" y="169"/>
                      <a:pt x="267" y="141"/>
                    </a:cubicBezTo>
                    <a:lnTo>
                      <a:pt x="267" y="127"/>
                    </a:lnTo>
                    <a:lnTo>
                      <a:pt x="267" y="99"/>
                    </a:lnTo>
                    <a:cubicBezTo>
                      <a:pt x="267" y="71"/>
                      <a:pt x="253" y="71"/>
                      <a:pt x="253" y="56"/>
                    </a:cubicBezTo>
                    <a:cubicBezTo>
                      <a:pt x="253" y="56"/>
                      <a:pt x="253" y="42"/>
                      <a:pt x="239" y="42"/>
                    </a:cubicBezTo>
                    <a:cubicBezTo>
                      <a:pt x="211" y="28"/>
                      <a:pt x="211" y="28"/>
                      <a:pt x="197" y="28"/>
                    </a:cubicBezTo>
                    <a:lnTo>
                      <a:pt x="11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4" name="Google Shape;664;p26"/>
              <p:cNvSpPr/>
              <p:nvPr/>
            </p:nvSpPr>
            <p:spPr>
              <a:xfrm>
                <a:off x="3008975" y="2252825"/>
                <a:ext cx="11950" cy="8800"/>
              </a:xfrm>
              <a:custGeom>
                <a:rect b="b" l="l" r="r" t="t"/>
                <a:pathLst>
                  <a:path extrusionOk="0" h="352" w="478">
                    <a:moveTo>
                      <a:pt x="211" y="1"/>
                    </a:moveTo>
                    <a:cubicBezTo>
                      <a:pt x="183" y="1"/>
                      <a:pt x="155" y="1"/>
                      <a:pt x="127" y="29"/>
                    </a:cubicBezTo>
                    <a:cubicBezTo>
                      <a:pt x="113" y="29"/>
                      <a:pt x="113" y="43"/>
                      <a:pt x="85" y="43"/>
                    </a:cubicBezTo>
                    <a:cubicBezTo>
                      <a:pt x="71" y="57"/>
                      <a:pt x="57" y="71"/>
                      <a:pt x="42" y="113"/>
                    </a:cubicBezTo>
                    <a:lnTo>
                      <a:pt x="14" y="169"/>
                    </a:lnTo>
                    <a:cubicBezTo>
                      <a:pt x="0" y="183"/>
                      <a:pt x="14" y="211"/>
                      <a:pt x="14" y="239"/>
                    </a:cubicBezTo>
                    <a:cubicBezTo>
                      <a:pt x="42" y="253"/>
                      <a:pt x="42" y="267"/>
                      <a:pt x="57" y="281"/>
                    </a:cubicBezTo>
                    <a:cubicBezTo>
                      <a:pt x="71" y="295"/>
                      <a:pt x="85" y="295"/>
                      <a:pt x="113" y="323"/>
                    </a:cubicBezTo>
                    <a:cubicBezTo>
                      <a:pt x="127" y="323"/>
                      <a:pt x="155" y="337"/>
                      <a:pt x="183" y="337"/>
                    </a:cubicBezTo>
                    <a:lnTo>
                      <a:pt x="267" y="352"/>
                    </a:lnTo>
                    <a:cubicBezTo>
                      <a:pt x="295" y="352"/>
                      <a:pt x="323" y="352"/>
                      <a:pt x="351" y="337"/>
                    </a:cubicBezTo>
                    <a:cubicBezTo>
                      <a:pt x="365" y="337"/>
                      <a:pt x="365" y="323"/>
                      <a:pt x="393" y="323"/>
                    </a:cubicBezTo>
                    <a:cubicBezTo>
                      <a:pt x="407" y="309"/>
                      <a:pt x="421" y="281"/>
                      <a:pt x="436" y="253"/>
                    </a:cubicBezTo>
                    <a:cubicBezTo>
                      <a:pt x="464" y="239"/>
                      <a:pt x="464" y="211"/>
                      <a:pt x="464" y="197"/>
                    </a:cubicBezTo>
                    <a:cubicBezTo>
                      <a:pt x="478" y="183"/>
                      <a:pt x="464" y="141"/>
                      <a:pt x="464" y="127"/>
                    </a:cubicBezTo>
                    <a:cubicBezTo>
                      <a:pt x="436" y="113"/>
                      <a:pt x="436" y="99"/>
                      <a:pt x="421" y="71"/>
                    </a:cubicBezTo>
                    <a:cubicBezTo>
                      <a:pt x="407" y="57"/>
                      <a:pt x="393" y="57"/>
                      <a:pt x="365" y="43"/>
                    </a:cubicBezTo>
                    <a:cubicBezTo>
                      <a:pt x="351" y="43"/>
                      <a:pt x="323" y="29"/>
                      <a:pt x="295" y="29"/>
                    </a:cubicBezTo>
                    <a:lnTo>
                      <a:pt x="21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5" name="Google Shape;665;p26"/>
              <p:cNvSpPr/>
              <p:nvPr/>
            </p:nvSpPr>
            <p:spPr>
              <a:xfrm>
                <a:off x="3021600" y="2214925"/>
                <a:ext cx="8100" cy="7750"/>
              </a:xfrm>
              <a:custGeom>
                <a:rect b="b" l="l" r="r" t="t"/>
                <a:pathLst>
                  <a:path extrusionOk="0" h="310" w="324">
                    <a:moveTo>
                      <a:pt x="113" y="1"/>
                    </a:moveTo>
                    <a:cubicBezTo>
                      <a:pt x="71" y="1"/>
                      <a:pt x="57" y="1"/>
                      <a:pt x="43" y="15"/>
                    </a:cubicBezTo>
                    <a:cubicBezTo>
                      <a:pt x="29" y="15"/>
                      <a:pt x="29" y="43"/>
                      <a:pt x="1" y="71"/>
                    </a:cubicBezTo>
                    <a:cubicBezTo>
                      <a:pt x="1" y="85"/>
                      <a:pt x="1" y="113"/>
                      <a:pt x="29" y="141"/>
                    </a:cubicBezTo>
                    <a:lnTo>
                      <a:pt x="169" y="281"/>
                    </a:lnTo>
                    <a:cubicBezTo>
                      <a:pt x="169" y="295"/>
                      <a:pt x="183" y="309"/>
                      <a:pt x="197" y="309"/>
                    </a:cubicBezTo>
                    <a:lnTo>
                      <a:pt x="211" y="309"/>
                    </a:lnTo>
                    <a:cubicBezTo>
                      <a:pt x="253" y="309"/>
                      <a:pt x="267" y="309"/>
                      <a:pt x="281" y="295"/>
                    </a:cubicBezTo>
                    <a:cubicBezTo>
                      <a:pt x="310" y="295"/>
                      <a:pt x="324" y="253"/>
                      <a:pt x="324" y="239"/>
                    </a:cubicBezTo>
                    <a:cubicBezTo>
                      <a:pt x="324" y="225"/>
                      <a:pt x="324" y="183"/>
                      <a:pt x="310" y="169"/>
                    </a:cubicBezTo>
                    <a:lnTo>
                      <a:pt x="169" y="29"/>
                    </a:lnTo>
                    <a:cubicBezTo>
                      <a:pt x="169" y="15"/>
                      <a:pt x="141" y="1"/>
                      <a:pt x="1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6" name="Google Shape;666;p26"/>
              <p:cNvSpPr/>
              <p:nvPr/>
            </p:nvSpPr>
            <p:spPr>
              <a:xfrm>
                <a:off x="3028275" y="2196325"/>
                <a:ext cx="6350" cy="6000"/>
              </a:xfrm>
              <a:custGeom>
                <a:rect b="b" l="l" r="r" t="t"/>
                <a:pathLst>
                  <a:path extrusionOk="0" h="240" w="254">
                    <a:moveTo>
                      <a:pt x="57" y="1"/>
                    </a:moveTo>
                    <a:cubicBezTo>
                      <a:pt x="57" y="15"/>
                      <a:pt x="43" y="15"/>
                      <a:pt x="43" y="15"/>
                    </a:cubicBezTo>
                    <a:cubicBezTo>
                      <a:pt x="43" y="15"/>
                      <a:pt x="14" y="15"/>
                      <a:pt x="14" y="43"/>
                    </a:cubicBezTo>
                    <a:cubicBezTo>
                      <a:pt x="0" y="43"/>
                      <a:pt x="0" y="57"/>
                      <a:pt x="0" y="71"/>
                    </a:cubicBezTo>
                    <a:lnTo>
                      <a:pt x="0" y="113"/>
                    </a:lnTo>
                    <a:cubicBezTo>
                      <a:pt x="0" y="127"/>
                      <a:pt x="14" y="127"/>
                      <a:pt x="14" y="141"/>
                    </a:cubicBezTo>
                    <a:lnTo>
                      <a:pt x="85" y="211"/>
                    </a:lnTo>
                    <a:cubicBezTo>
                      <a:pt x="85" y="225"/>
                      <a:pt x="113" y="239"/>
                      <a:pt x="127" y="239"/>
                    </a:cubicBezTo>
                    <a:lnTo>
                      <a:pt x="197" y="239"/>
                    </a:lnTo>
                    <a:cubicBezTo>
                      <a:pt x="197" y="225"/>
                      <a:pt x="211" y="225"/>
                      <a:pt x="211" y="225"/>
                    </a:cubicBezTo>
                    <a:cubicBezTo>
                      <a:pt x="211" y="225"/>
                      <a:pt x="225" y="225"/>
                      <a:pt x="225" y="211"/>
                    </a:cubicBezTo>
                    <a:cubicBezTo>
                      <a:pt x="253" y="197"/>
                      <a:pt x="253" y="197"/>
                      <a:pt x="253" y="169"/>
                    </a:cubicBezTo>
                    <a:lnTo>
                      <a:pt x="253" y="141"/>
                    </a:lnTo>
                    <a:cubicBezTo>
                      <a:pt x="253" y="127"/>
                      <a:pt x="225" y="127"/>
                      <a:pt x="225" y="99"/>
                    </a:cubicBezTo>
                    <a:lnTo>
                      <a:pt x="155" y="43"/>
                    </a:lnTo>
                    <a:cubicBezTo>
                      <a:pt x="155" y="15"/>
                      <a:pt x="141" y="1"/>
                      <a:pt x="1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7" name="Google Shape;667;p26"/>
              <p:cNvSpPr/>
              <p:nvPr/>
            </p:nvSpPr>
            <p:spPr>
              <a:xfrm>
                <a:off x="2946150" y="2089650"/>
                <a:ext cx="112325" cy="64450"/>
              </a:xfrm>
              <a:custGeom>
                <a:rect b="b" l="l" r="r" t="t"/>
                <a:pathLst>
                  <a:path extrusionOk="0" h="2578" w="4493">
                    <a:moveTo>
                      <a:pt x="1" y="0"/>
                    </a:moveTo>
                    <a:lnTo>
                      <a:pt x="1" y="0"/>
                    </a:lnTo>
                    <a:cubicBezTo>
                      <a:pt x="478" y="477"/>
                      <a:pt x="829" y="1095"/>
                      <a:pt x="969" y="1755"/>
                    </a:cubicBezTo>
                    <a:cubicBezTo>
                      <a:pt x="1011" y="1923"/>
                      <a:pt x="1025" y="2078"/>
                      <a:pt x="1096" y="2232"/>
                    </a:cubicBezTo>
                    <a:cubicBezTo>
                      <a:pt x="1152" y="2387"/>
                      <a:pt x="1264" y="2513"/>
                      <a:pt x="1432" y="2569"/>
                    </a:cubicBezTo>
                    <a:cubicBezTo>
                      <a:pt x="1464" y="2575"/>
                      <a:pt x="1496" y="2578"/>
                      <a:pt x="1527" y="2578"/>
                    </a:cubicBezTo>
                    <a:cubicBezTo>
                      <a:pt x="1649" y="2578"/>
                      <a:pt x="1770" y="2535"/>
                      <a:pt x="1882" y="2457"/>
                    </a:cubicBezTo>
                    <a:cubicBezTo>
                      <a:pt x="2022" y="2373"/>
                      <a:pt x="2134" y="2246"/>
                      <a:pt x="2247" y="2148"/>
                    </a:cubicBezTo>
                    <a:cubicBezTo>
                      <a:pt x="2800" y="1634"/>
                      <a:pt x="3553" y="1355"/>
                      <a:pt x="4290" y="1355"/>
                    </a:cubicBezTo>
                    <a:cubicBezTo>
                      <a:pt x="4358" y="1355"/>
                      <a:pt x="4425" y="1357"/>
                      <a:pt x="4493" y="1362"/>
                    </a:cubicBezTo>
                    <a:cubicBezTo>
                      <a:pt x="3707" y="1025"/>
                      <a:pt x="2920" y="1081"/>
                      <a:pt x="2106" y="885"/>
                    </a:cubicBezTo>
                    <a:cubicBezTo>
                      <a:pt x="1376" y="730"/>
                      <a:pt x="703" y="323"/>
                      <a:pt x="1" y="0"/>
                    </a:cubicBezTo>
                    <a:close/>
                  </a:path>
                </a:pathLst>
              </a:custGeom>
              <a:solidFill>
                <a:srgbClr val="FBF7E4">
                  <a:alpha val="22745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8" name="Google Shape;668;p26"/>
              <p:cNvSpPr/>
              <p:nvPr/>
            </p:nvSpPr>
            <p:spPr>
              <a:xfrm>
                <a:off x="3216025" y="906675"/>
                <a:ext cx="262525" cy="170200"/>
              </a:xfrm>
              <a:custGeom>
                <a:rect b="b" l="l" r="r" t="t"/>
                <a:pathLst>
                  <a:path extrusionOk="0" h="6808" w="10501">
                    <a:moveTo>
                      <a:pt x="2346" y="1"/>
                    </a:moveTo>
                    <a:cubicBezTo>
                      <a:pt x="1887" y="1"/>
                      <a:pt x="1429" y="55"/>
                      <a:pt x="983" y="168"/>
                    </a:cubicBezTo>
                    <a:cubicBezTo>
                      <a:pt x="702" y="238"/>
                      <a:pt x="407" y="350"/>
                      <a:pt x="253" y="575"/>
                    </a:cubicBezTo>
                    <a:cubicBezTo>
                      <a:pt x="0" y="912"/>
                      <a:pt x="141" y="1403"/>
                      <a:pt x="421" y="1698"/>
                    </a:cubicBezTo>
                    <a:cubicBezTo>
                      <a:pt x="716" y="1993"/>
                      <a:pt x="1123" y="2133"/>
                      <a:pt x="1516" y="2273"/>
                    </a:cubicBezTo>
                    <a:cubicBezTo>
                      <a:pt x="3215" y="2877"/>
                      <a:pt x="4899" y="3523"/>
                      <a:pt x="6612" y="4126"/>
                    </a:cubicBezTo>
                    <a:cubicBezTo>
                      <a:pt x="6089" y="3966"/>
                      <a:pt x="5543" y="3886"/>
                      <a:pt x="4999" y="3886"/>
                    </a:cubicBezTo>
                    <a:cubicBezTo>
                      <a:pt x="4491" y="3886"/>
                      <a:pt x="3983" y="3956"/>
                      <a:pt x="3496" y="4098"/>
                    </a:cubicBezTo>
                    <a:cubicBezTo>
                      <a:pt x="3159" y="4210"/>
                      <a:pt x="2850" y="4337"/>
                      <a:pt x="2653" y="4618"/>
                    </a:cubicBezTo>
                    <a:cubicBezTo>
                      <a:pt x="2331" y="5081"/>
                      <a:pt x="2583" y="5755"/>
                      <a:pt x="3032" y="6063"/>
                    </a:cubicBezTo>
                    <a:cubicBezTo>
                      <a:pt x="3429" y="6340"/>
                      <a:pt x="3908" y="6421"/>
                      <a:pt x="4389" y="6421"/>
                    </a:cubicBezTo>
                    <a:cubicBezTo>
                      <a:pt x="4471" y="6421"/>
                      <a:pt x="4552" y="6418"/>
                      <a:pt x="4633" y="6414"/>
                    </a:cubicBezTo>
                    <a:cubicBezTo>
                      <a:pt x="5629" y="6400"/>
                      <a:pt x="6612" y="6246"/>
                      <a:pt x="7623" y="6218"/>
                    </a:cubicBezTo>
                    <a:cubicBezTo>
                      <a:pt x="7737" y="6213"/>
                      <a:pt x="7852" y="6210"/>
                      <a:pt x="7967" y="6210"/>
                    </a:cubicBezTo>
                    <a:cubicBezTo>
                      <a:pt x="8842" y="6210"/>
                      <a:pt x="9731" y="6361"/>
                      <a:pt x="10500" y="6807"/>
                    </a:cubicBezTo>
                    <a:cubicBezTo>
                      <a:pt x="10163" y="5951"/>
                      <a:pt x="10191" y="4926"/>
                      <a:pt x="10262" y="4014"/>
                    </a:cubicBezTo>
                    <a:cubicBezTo>
                      <a:pt x="10290" y="3101"/>
                      <a:pt x="10248" y="2133"/>
                      <a:pt x="9756" y="1389"/>
                    </a:cubicBezTo>
                    <a:cubicBezTo>
                      <a:pt x="9532" y="1038"/>
                      <a:pt x="9181" y="715"/>
                      <a:pt x="8760" y="617"/>
                    </a:cubicBezTo>
                    <a:cubicBezTo>
                      <a:pt x="8654" y="589"/>
                      <a:pt x="8543" y="575"/>
                      <a:pt x="8432" y="575"/>
                    </a:cubicBezTo>
                    <a:cubicBezTo>
                      <a:pt x="8104" y="575"/>
                      <a:pt x="7776" y="698"/>
                      <a:pt x="7566" y="940"/>
                    </a:cubicBezTo>
                    <a:cubicBezTo>
                      <a:pt x="7159" y="1403"/>
                      <a:pt x="7202" y="1993"/>
                      <a:pt x="7342" y="2582"/>
                    </a:cubicBezTo>
                    <a:cubicBezTo>
                      <a:pt x="6241" y="970"/>
                      <a:pt x="4286" y="1"/>
                      <a:pt x="23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9" name="Google Shape;669;p26"/>
              <p:cNvSpPr/>
              <p:nvPr/>
            </p:nvSpPr>
            <p:spPr>
              <a:xfrm>
                <a:off x="3249700" y="924550"/>
                <a:ext cx="214100" cy="135125"/>
              </a:xfrm>
              <a:custGeom>
                <a:rect b="b" l="l" r="r" t="t"/>
                <a:pathLst>
                  <a:path extrusionOk="0" h="5405" w="8564">
                    <a:moveTo>
                      <a:pt x="1" y="0"/>
                    </a:moveTo>
                    <a:cubicBezTo>
                      <a:pt x="843" y="183"/>
                      <a:pt x="1657" y="463"/>
                      <a:pt x="2429" y="814"/>
                    </a:cubicBezTo>
                    <a:cubicBezTo>
                      <a:pt x="3201" y="1179"/>
                      <a:pt x="3931" y="1600"/>
                      <a:pt x="4619" y="2092"/>
                    </a:cubicBezTo>
                    <a:cubicBezTo>
                      <a:pt x="5321" y="2583"/>
                      <a:pt x="5967" y="3130"/>
                      <a:pt x="6613" y="3692"/>
                    </a:cubicBezTo>
                    <a:cubicBezTo>
                      <a:pt x="6781" y="3832"/>
                      <a:pt x="6935" y="3973"/>
                      <a:pt x="7076" y="4099"/>
                    </a:cubicBezTo>
                    <a:cubicBezTo>
                      <a:pt x="6841" y="4090"/>
                      <a:pt x="6606" y="4086"/>
                      <a:pt x="6372" y="4086"/>
                    </a:cubicBezTo>
                    <a:cubicBezTo>
                      <a:pt x="5091" y="4086"/>
                      <a:pt x="3816" y="4215"/>
                      <a:pt x="2570" y="4464"/>
                    </a:cubicBezTo>
                    <a:cubicBezTo>
                      <a:pt x="3530" y="4328"/>
                      <a:pt x="4501" y="4254"/>
                      <a:pt x="5473" y="4254"/>
                    </a:cubicBezTo>
                    <a:cubicBezTo>
                      <a:pt x="6106" y="4254"/>
                      <a:pt x="6739" y="4285"/>
                      <a:pt x="7371" y="4352"/>
                    </a:cubicBezTo>
                    <a:cubicBezTo>
                      <a:pt x="7778" y="4703"/>
                      <a:pt x="8171" y="5054"/>
                      <a:pt x="8564" y="5405"/>
                    </a:cubicBezTo>
                    <a:cubicBezTo>
                      <a:pt x="8311" y="5082"/>
                      <a:pt x="8030" y="4745"/>
                      <a:pt x="7721" y="4408"/>
                    </a:cubicBezTo>
                    <a:cubicBezTo>
                      <a:pt x="7651" y="3285"/>
                      <a:pt x="7469" y="2176"/>
                      <a:pt x="7146" y="1109"/>
                    </a:cubicBezTo>
                    <a:lnTo>
                      <a:pt x="7146" y="1109"/>
                    </a:lnTo>
                    <a:cubicBezTo>
                      <a:pt x="7342" y="2106"/>
                      <a:pt x="7427" y="3116"/>
                      <a:pt x="7441" y="4113"/>
                    </a:cubicBezTo>
                    <a:cubicBezTo>
                      <a:pt x="7230" y="3903"/>
                      <a:pt x="7034" y="3678"/>
                      <a:pt x="6837" y="3467"/>
                    </a:cubicBezTo>
                    <a:cubicBezTo>
                      <a:pt x="6219" y="2850"/>
                      <a:pt x="5546" y="2288"/>
                      <a:pt x="4844" y="1783"/>
                    </a:cubicBezTo>
                    <a:cubicBezTo>
                      <a:pt x="4128" y="1292"/>
                      <a:pt x="3356" y="842"/>
                      <a:pt x="2542" y="534"/>
                    </a:cubicBezTo>
                    <a:cubicBezTo>
                      <a:pt x="1742" y="211"/>
                      <a:pt x="857" y="28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0" name="Google Shape;670;p26"/>
              <p:cNvSpPr/>
              <p:nvPr/>
            </p:nvSpPr>
            <p:spPr>
              <a:xfrm>
                <a:off x="4777330" y="1135189"/>
                <a:ext cx="224975" cy="145775"/>
              </a:xfrm>
              <a:custGeom>
                <a:rect b="b" l="l" r="r" t="t"/>
                <a:pathLst>
                  <a:path extrusionOk="0" h="5831" w="8999">
                    <a:moveTo>
                      <a:pt x="6993" y="1"/>
                    </a:moveTo>
                    <a:cubicBezTo>
                      <a:pt x="5329" y="1"/>
                      <a:pt x="3662" y="828"/>
                      <a:pt x="2710" y="2222"/>
                    </a:cubicBezTo>
                    <a:cubicBezTo>
                      <a:pt x="2836" y="1731"/>
                      <a:pt x="2850" y="1212"/>
                      <a:pt x="2513" y="819"/>
                    </a:cubicBezTo>
                    <a:cubicBezTo>
                      <a:pt x="2335" y="609"/>
                      <a:pt x="2054" y="501"/>
                      <a:pt x="1777" y="501"/>
                    </a:cubicBezTo>
                    <a:cubicBezTo>
                      <a:pt x="1684" y="501"/>
                      <a:pt x="1591" y="513"/>
                      <a:pt x="1503" y="538"/>
                    </a:cubicBezTo>
                    <a:cubicBezTo>
                      <a:pt x="1152" y="622"/>
                      <a:pt x="857" y="889"/>
                      <a:pt x="646" y="1198"/>
                    </a:cubicBezTo>
                    <a:cubicBezTo>
                      <a:pt x="225" y="1843"/>
                      <a:pt x="183" y="2672"/>
                      <a:pt x="197" y="3458"/>
                    </a:cubicBezTo>
                    <a:cubicBezTo>
                      <a:pt x="253" y="4230"/>
                      <a:pt x="281" y="5114"/>
                      <a:pt x="1" y="5830"/>
                    </a:cubicBezTo>
                    <a:cubicBezTo>
                      <a:pt x="637" y="5450"/>
                      <a:pt x="1392" y="5316"/>
                      <a:pt x="2143" y="5316"/>
                    </a:cubicBezTo>
                    <a:cubicBezTo>
                      <a:pt x="2252" y="5316"/>
                      <a:pt x="2362" y="5319"/>
                      <a:pt x="2471" y="5325"/>
                    </a:cubicBezTo>
                    <a:cubicBezTo>
                      <a:pt x="3327" y="5339"/>
                      <a:pt x="4170" y="5493"/>
                      <a:pt x="5026" y="5521"/>
                    </a:cubicBezTo>
                    <a:cubicBezTo>
                      <a:pt x="5070" y="5522"/>
                      <a:pt x="5114" y="5523"/>
                      <a:pt x="5158" y="5523"/>
                    </a:cubicBezTo>
                    <a:cubicBezTo>
                      <a:pt x="5595" y="5523"/>
                      <a:pt x="6045" y="5455"/>
                      <a:pt x="6402" y="5212"/>
                    </a:cubicBezTo>
                    <a:cubicBezTo>
                      <a:pt x="6781" y="4932"/>
                      <a:pt x="6991" y="4370"/>
                      <a:pt x="6724" y="3977"/>
                    </a:cubicBezTo>
                    <a:cubicBezTo>
                      <a:pt x="6570" y="3738"/>
                      <a:pt x="6289" y="3626"/>
                      <a:pt x="6009" y="3528"/>
                    </a:cubicBezTo>
                    <a:cubicBezTo>
                      <a:pt x="5585" y="3412"/>
                      <a:pt x="5146" y="3352"/>
                      <a:pt x="4706" y="3352"/>
                    </a:cubicBezTo>
                    <a:cubicBezTo>
                      <a:pt x="4240" y="3352"/>
                      <a:pt x="3775" y="3419"/>
                      <a:pt x="3327" y="3556"/>
                    </a:cubicBezTo>
                    <a:cubicBezTo>
                      <a:pt x="4801" y="3023"/>
                      <a:pt x="6233" y="2475"/>
                      <a:pt x="7707" y="1970"/>
                    </a:cubicBezTo>
                    <a:cubicBezTo>
                      <a:pt x="8044" y="1843"/>
                      <a:pt x="8395" y="1731"/>
                      <a:pt x="8648" y="1464"/>
                    </a:cubicBezTo>
                    <a:cubicBezTo>
                      <a:pt x="8886" y="1198"/>
                      <a:pt x="8998" y="777"/>
                      <a:pt x="8802" y="496"/>
                    </a:cubicBezTo>
                    <a:cubicBezTo>
                      <a:pt x="8662" y="299"/>
                      <a:pt x="8409" y="215"/>
                      <a:pt x="8170" y="145"/>
                    </a:cubicBezTo>
                    <a:cubicBezTo>
                      <a:pt x="7784" y="48"/>
                      <a:pt x="7389" y="1"/>
                      <a:pt x="699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1" name="Google Shape;671;p26"/>
              <p:cNvSpPr/>
              <p:nvPr/>
            </p:nvSpPr>
            <p:spPr>
              <a:xfrm>
                <a:off x="4789605" y="1150739"/>
                <a:ext cx="184275" cy="115825"/>
              </a:xfrm>
              <a:custGeom>
                <a:rect b="b" l="l" r="r" t="t"/>
                <a:pathLst>
                  <a:path extrusionOk="0" h="4633" w="7371">
                    <a:moveTo>
                      <a:pt x="7370" y="0"/>
                    </a:moveTo>
                    <a:lnTo>
                      <a:pt x="7370" y="0"/>
                    </a:lnTo>
                    <a:cubicBezTo>
                      <a:pt x="6612" y="14"/>
                      <a:pt x="5868" y="197"/>
                      <a:pt x="5167" y="449"/>
                    </a:cubicBezTo>
                    <a:cubicBezTo>
                      <a:pt x="4465" y="716"/>
                      <a:pt x="3805" y="1109"/>
                      <a:pt x="3187" y="1530"/>
                    </a:cubicBezTo>
                    <a:cubicBezTo>
                      <a:pt x="2570" y="1951"/>
                      <a:pt x="2008" y="2443"/>
                      <a:pt x="1489" y="2962"/>
                    </a:cubicBezTo>
                    <a:cubicBezTo>
                      <a:pt x="1306" y="3159"/>
                      <a:pt x="1138" y="3327"/>
                      <a:pt x="955" y="3524"/>
                    </a:cubicBezTo>
                    <a:cubicBezTo>
                      <a:pt x="955" y="2667"/>
                      <a:pt x="1054" y="1811"/>
                      <a:pt x="1208" y="941"/>
                    </a:cubicBezTo>
                    <a:lnTo>
                      <a:pt x="1208" y="941"/>
                    </a:lnTo>
                    <a:cubicBezTo>
                      <a:pt x="941" y="1853"/>
                      <a:pt x="787" y="2808"/>
                      <a:pt x="717" y="3776"/>
                    </a:cubicBezTo>
                    <a:cubicBezTo>
                      <a:pt x="464" y="4057"/>
                      <a:pt x="225" y="4338"/>
                      <a:pt x="1" y="4632"/>
                    </a:cubicBezTo>
                    <a:cubicBezTo>
                      <a:pt x="352" y="4338"/>
                      <a:pt x="675" y="4029"/>
                      <a:pt x="1026" y="3748"/>
                    </a:cubicBezTo>
                    <a:cubicBezTo>
                      <a:pt x="1589" y="3691"/>
                      <a:pt x="2155" y="3661"/>
                      <a:pt x="2720" y="3661"/>
                    </a:cubicBezTo>
                    <a:cubicBezTo>
                      <a:pt x="3535" y="3661"/>
                      <a:pt x="4349" y="3722"/>
                      <a:pt x="5153" y="3846"/>
                    </a:cubicBezTo>
                    <a:cubicBezTo>
                      <a:pt x="4015" y="3621"/>
                      <a:pt x="2856" y="3519"/>
                      <a:pt x="1704" y="3519"/>
                    </a:cubicBezTo>
                    <a:cubicBezTo>
                      <a:pt x="1562" y="3519"/>
                      <a:pt x="1420" y="3520"/>
                      <a:pt x="1278" y="3524"/>
                    </a:cubicBezTo>
                    <a:cubicBezTo>
                      <a:pt x="1419" y="3397"/>
                      <a:pt x="1531" y="3299"/>
                      <a:pt x="1685" y="3173"/>
                    </a:cubicBezTo>
                    <a:cubicBezTo>
                      <a:pt x="2233" y="2681"/>
                      <a:pt x="2808" y="2232"/>
                      <a:pt x="3398" y="1811"/>
                    </a:cubicBezTo>
                    <a:cubicBezTo>
                      <a:pt x="4001" y="1390"/>
                      <a:pt x="4605" y="1011"/>
                      <a:pt x="5279" y="702"/>
                    </a:cubicBezTo>
                    <a:cubicBezTo>
                      <a:pt x="5939" y="379"/>
                      <a:pt x="6640" y="155"/>
                      <a:pt x="73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2" name="Google Shape;672;p26"/>
              <p:cNvSpPr/>
              <p:nvPr/>
            </p:nvSpPr>
            <p:spPr>
              <a:xfrm>
                <a:off x="5316000" y="2997950"/>
                <a:ext cx="274450" cy="274425"/>
              </a:xfrm>
              <a:custGeom>
                <a:rect b="b" l="l" r="r" t="t"/>
                <a:pathLst>
                  <a:path extrusionOk="0" h="10977" w="10978">
                    <a:moveTo>
                      <a:pt x="4010" y="1"/>
                    </a:moveTo>
                    <a:cubicBezTo>
                      <a:pt x="3932" y="1"/>
                      <a:pt x="3854" y="4"/>
                      <a:pt x="3777" y="11"/>
                    </a:cubicBezTo>
                    <a:cubicBezTo>
                      <a:pt x="2724" y="95"/>
                      <a:pt x="1811" y="839"/>
                      <a:pt x="1208" y="1695"/>
                    </a:cubicBezTo>
                    <a:cubicBezTo>
                      <a:pt x="366" y="2889"/>
                      <a:pt x="1" y="4419"/>
                      <a:pt x="211" y="5879"/>
                    </a:cubicBezTo>
                    <a:cubicBezTo>
                      <a:pt x="422" y="7310"/>
                      <a:pt x="1180" y="8686"/>
                      <a:pt x="2303" y="9627"/>
                    </a:cubicBezTo>
                    <a:cubicBezTo>
                      <a:pt x="3319" y="10482"/>
                      <a:pt x="4659" y="10976"/>
                      <a:pt x="5998" y="10976"/>
                    </a:cubicBezTo>
                    <a:cubicBezTo>
                      <a:pt x="6528" y="10976"/>
                      <a:pt x="7057" y="10899"/>
                      <a:pt x="7567" y="10736"/>
                    </a:cubicBezTo>
                    <a:cubicBezTo>
                      <a:pt x="9349" y="10160"/>
                      <a:pt x="10753" y="8490"/>
                      <a:pt x="10894" y="6623"/>
                    </a:cubicBezTo>
                    <a:cubicBezTo>
                      <a:pt x="10978" y="5317"/>
                      <a:pt x="10402" y="3970"/>
                      <a:pt x="9420" y="3113"/>
                    </a:cubicBezTo>
                    <a:lnTo>
                      <a:pt x="9406" y="3099"/>
                    </a:lnTo>
                    <a:cubicBezTo>
                      <a:pt x="8914" y="2678"/>
                      <a:pt x="8353" y="2524"/>
                      <a:pt x="7805" y="2201"/>
                    </a:cubicBezTo>
                    <a:cubicBezTo>
                      <a:pt x="7328" y="1920"/>
                      <a:pt x="6949" y="1471"/>
                      <a:pt x="6528" y="1078"/>
                    </a:cubicBezTo>
                    <a:cubicBezTo>
                      <a:pt x="6374" y="937"/>
                      <a:pt x="6191" y="797"/>
                      <a:pt x="6023" y="685"/>
                    </a:cubicBezTo>
                    <a:cubicBezTo>
                      <a:pt x="5416" y="280"/>
                      <a:pt x="4717" y="1"/>
                      <a:pt x="401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3" name="Google Shape;673;p26"/>
              <p:cNvSpPr/>
              <p:nvPr/>
            </p:nvSpPr>
            <p:spPr>
              <a:xfrm>
                <a:off x="5350050" y="3032400"/>
                <a:ext cx="117225" cy="176825"/>
              </a:xfrm>
              <a:custGeom>
                <a:rect b="b" l="l" r="r" t="t"/>
                <a:pathLst>
                  <a:path extrusionOk="0" h="7073" w="4689">
                    <a:moveTo>
                      <a:pt x="2763" y="0"/>
                    </a:moveTo>
                    <a:cubicBezTo>
                      <a:pt x="2705" y="0"/>
                      <a:pt x="2650" y="3"/>
                      <a:pt x="2597" y="9"/>
                    </a:cubicBezTo>
                    <a:cubicBezTo>
                      <a:pt x="1727" y="93"/>
                      <a:pt x="969" y="682"/>
                      <a:pt x="548" y="1455"/>
                    </a:cubicBezTo>
                    <a:cubicBezTo>
                      <a:pt x="127" y="2227"/>
                      <a:pt x="0" y="3125"/>
                      <a:pt x="14" y="4009"/>
                    </a:cubicBezTo>
                    <a:cubicBezTo>
                      <a:pt x="42" y="4936"/>
                      <a:pt x="253" y="5918"/>
                      <a:pt x="885" y="6620"/>
                    </a:cubicBezTo>
                    <a:cubicBezTo>
                      <a:pt x="1102" y="6862"/>
                      <a:pt x="1424" y="7073"/>
                      <a:pt x="1742" y="7073"/>
                    </a:cubicBezTo>
                    <a:cubicBezTo>
                      <a:pt x="1793" y="7073"/>
                      <a:pt x="1845" y="7067"/>
                      <a:pt x="1895" y="7055"/>
                    </a:cubicBezTo>
                    <a:cubicBezTo>
                      <a:pt x="2218" y="6971"/>
                      <a:pt x="2443" y="6662"/>
                      <a:pt x="2541" y="6354"/>
                    </a:cubicBezTo>
                    <a:cubicBezTo>
                      <a:pt x="2639" y="6045"/>
                      <a:pt x="2639" y="5694"/>
                      <a:pt x="2667" y="5357"/>
                    </a:cubicBezTo>
                    <a:cubicBezTo>
                      <a:pt x="2737" y="4543"/>
                      <a:pt x="3018" y="3771"/>
                      <a:pt x="3496" y="3111"/>
                    </a:cubicBezTo>
                    <a:cubicBezTo>
                      <a:pt x="3846" y="2620"/>
                      <a:pt x="4689" y="1749"/>
                      <a:pt x="4534" y="1075"/>
                    </a:cubicBezTo>
                    <a:cubicBezTo>
                      <a:pt x="4353" y="377"/>
                      <a:pt x="3433" y="0"/>
                      <a:pt x="276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4" name="Google Shape;674;p26"/>
              <p:cNvSpPr/>
              <p:nvPr/>
            </p:nvSpPr>
            <p:spPr>
              <a:xfrm>
                <a:off x="5372600" y="3060875"/>
                <a:ext cx="57825" cy="109025"/>
              </a:xfrm>
              <a:custGeom>
                <a:rect b="b" l="l" r="r" t="t"/>
                <a:pathLst>
                  <a:path extrusionOk="0" h="4361" w="2313">
                    <a:moveTo>
                      <a:pt x="1732" y="1"/>
                    </a:moveTo>
                    <a:cubicBezTo>
                      <a:pt x="1506" y="1"/>
                      <a:pt x="1263" y="121"/>
                      <a:pt x="1092" y="273"/>
                    </a:cubicBezTo>
                    <a:cubicBezTo>
                      <a:pt x="460" y="779"/>
                      <a:pt x="81" y="1579"/>
                      <a:pt x="39" y="2393"/>
                    </a:cubicBezTo>
                    <a:cubicBezTo>
                      <a:pt x="1" y="2695"/>
                      <a:pt x="87" y="4360"/>
                      <a:pt x="631" y="4360"/>
                    </a:cubicBezTo>
                    <a:cubicBezTo>
                      <a:pt x="694" y="4360"/>
                      <a:pt x="763" y="4338"/>
                      <a:pt x="839" y="4288"/>
                    </a:cubicBezTo>
                    <a:cubicBezTo>
                      <a:pt x="1134" y="4092"/>
                      <a:pt x="1162" y="3334"/>
                      <a:pt x="1246" y="3025"/>
                    </a:cubicBezTo>
                    <a:cubicBezTo>
                      <a:pt x="1386" y="2533"/>
                      <a:pt x="1583" y="2042"/>
                      <a:pt x="1835" y="1607"/>
                    </a:cubicBezTo>
                    <a:cubicBezTo>
                      <a:pt x="1976" y="1368"/>
                      <a:pt x="2172" y="1130"/>
                      <a:pt x="2243" y="863"/>
                    </a:cubicBezTo>
                    <a:cubicBezTo>
                      <a:pt x="2313" y="582"/>
                      <a:pt x="2257" y="245"/>
                      <a:pt x="2032" y="91"/>
                    </a:cubicBezTo>
                    <a:cubicBezTo>
                      <a:pt x="1942" y="28"/>
                      <a:pt x="1839" y="1"/>
                      <a:pt x="173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5" name="Google Shape;675;p26"/>
              <p:cNvSpPr/>
              <p:nvPr/>
            </p:nvSpPr>
            <p:spPr>
              <a:xfrm>
                <a:off x="5429350" y="3051200"/>
                <a:ext cx="6350" cy="4950"/>
              </a:xfrm>
              <a:custGeom>
                <a:rect b="b" l="l" r="r" t="t"/>
                <a:pathLst>
                  <a:path extrusionOk="0" h="198" w="254">
                    <a:moveTo>
                      <a:pt x="169" y="1"/>
                    </a:moveTo>
                    <a:lnTo>
                      <a:pt x="43" y="71"/>
                    </a:lnTo>
                    <a:lnTo>
                      <a:pt x="29" y="85"/>
                    </a:lnTo>
                    <a:lnTo>
                      <a:pt x="1" y="113"/>
                    </a:lnTo>
                    <a:lnTo>
                      <a:pt x="1" y="155"/>
                    </a:lnTo>
                    <a:cubicBezTo>
                      <a:pt x="1" y="183"/>
                      <a:pt x="29" y="197"/>
                      <a:pt x="43" y="197"/>
                    </a:cubicBezTo>
                    <a:lnTo>
                      <a:pt x="99" y="197"/>
                    </a:lnTo>
                    <a:cubicBezTo>
                      <a:pt x="127" y="183"/>
                      <a:pt x="169" y="141"/>
                      <a:pt x="225" y="127"/>
                    </a:cubicBezTo>
                    <a:lnTo>
                      <a:pt x="239" y="113"/>
                    </a:lnTo>
                    <a:cubicBezTo>
                      <a:pt x="253" y="113"/>
                      <a:pt x="253" y="113"/>
                      <a:pt x="253" y="85"/>
                    </a:cubicBezTo>
                    <a:lnTo>
                      <a:pt x="253" y="43"/>
                    </a:lnTo>
                    <a:cubicBezTo>
                      <a:pt x="253" y="29"/>
                      <a:pt x="239" y="1"/>
                      <a:pt x="22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6" name="Google Shape;676;p26"/>
              <p:cNvSpPr/>
              <p:nvPr/>
            </p:nvSpPr>
            <p:spPr>
              <a:xfrm>
                <a:off x="5402325" y="3045450"/>
                <a:ext cx="6350" cy="9075"/>
              </a:xfrm>
              <a:custGeom>
                <a:rect b="b" l="l" r="r" t="t"/>
                <a:pathLst>
                  <a:path extrusionOk="0" h="363" w="254">
                    <a:moveTo>
                      <a:pt x="80" y="1"/>
                    </a:moveTo>
                    <a:cubicBezTo>
                      <a:pt x="72" y="1"/>
                      <a:pt x="64" y="3"/>
                      <a:pt x="57" y="6"/>
                    </a:cubicBezTo>
                    <a:cubicBezTo>
                      <a:pt x="15" y="20"/>
                      <a:pt x="1" y="62"/>
                      <a:pt x="15" y="90"/>
                    </a:cubicBezTo>
                    <a:cubicBezTo>
                      <a:pt x="57" y="160"/>
                      <a:pt x="85" y="231"/>
                      <a:pt x="127" y="315"/>
                    </a:cubicBezTo>
                    <a:cubicBezTo>
                      <a:pt x="138" y="346"/>
                      <a:pt x="156" y="362"/>
                      <a:pt x="182" y="362"/>
                    </a:cubicBezTo>
                    <a:cubicBezTo>
                      <a:pt x="191" y="362"/>
                      <a:pt x="201" y="360"/>
                      <a:pt x="211" y="357"/>
                    </a:cubicBezTo>
                    <a:cubicBezTo>
                      <a:pt x="253" y="343"/>
                      <a:pt x="253" y="301"/>
                      <a:pt x="253" y="273"/>
                    </a:cubicBezTo>
                    <a:cubicBezTo>
                      <a:pt x="211" y="203"/>
                      <a:pt x="183" y="132"/>
                      <a:pt x="141" y="48"/>
                    </a:cubicBezTo>
                    <a:cubicBezTo>
                      <a:pt x="131" y="17"/>
                      <a:pt x="104" y="1"/>
                      <a:pt x="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7" name="Google Shape;677;p26"/>
              <p:cNvSpPr/>
              <p:nvPr/>
            </p:nvSpPr>
            <p:spPr>
              <a:xfrm>
                <a:off x="5388300" y="3057875"/>
                <a:ext cx="4925" cy="5275"/>
              </a:xfrm>
              <a:custGeom>
                <a:rect b="b" l="l" r="r" t="t"/>
                <a:pathLst>
                  <a:path extrusionOk="0" h="211" w="197">
                    <a:moveTo>
                      <a:pt x="42" y="0"/>
                    </a:moveTo>
                    <a:cubicBezTo>
                      <a:pt x="42" y="0"/>
                      <a:pt x="14" y="0"/>
                      <a:pt x="14" y="14"/>
                    </a:cubicBezTo>
                    <a:cubicBezTo>
                      <a:pt x="0" y="42"/>
                      <a:pt x="0" y="56"/>
                      <a:pt x="0" y="71"/>
                    </a:cubicBezTo>
                    <a:cubicBezTo>
                      <a:pt x="0" y="85"/>
                      <a:pt x="0" y="113"/>
                      <a:pt x="14" y="127"/>
                    </a:cubicBezTo>
                    <a:cubicBezTo>
                      <a:pt x="42" y="141"/>
                      <a:pt x="56" y="169"/>
                      <a:pt x="85" y="197"/>
                    </a:cubicBezTo>
                    <a:cubicBezTo>
                      <a:pt x="113" y="211"/>
                      <a:pt x="127" y="211"/>
                      <a:pt x="141" y="211"/>
                    </a:cubicBezTo>
                    <a:lnTo>
                      <a:pt x="155" y="211"/>
                    </a:lnTo>
                    <a:cubicBezTo>
                      <a:pt x="155" y="211"/>
                      <a:pt x="183" y="211"/>
                      <a:pt x="183" y="197"/>
                    </a:cubicBezTo>
                    <a:cubicBezTo>
                      <a:pt x="197" y="169"/>
                      <a:pt x="197" y="155"/>
                      <a:pt x="197" y="141"/>
                    </a:cubicBezTo>
                    <a:cubicBezTo>
                      <a:pt x="197" y="127"/>
                      <a:pt x="197" y="113"/>
                      <a:pt x="183" y="85"/>
                    </a:cubicBezTo>
                    <a:cubicBezTo>
                      <a:pt x="155" y="71"/>
                      <a:pt x="141" y="42"/>
                      <a:pt x="113" y="14"/>
                    </a:cubicBezTo>
                    <a:cubicBezTo>
                      <a:pt x="85" y="0"/>
                      <a:pt x="70" y="0"/>
                      <a:pt x="5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8" name="Google Shape;678;p26"/>
              <p:cNvSpPr/>
              <p:nvPr/>
            </p:nvSpPr>
            <p:spPr>
              <a:xfrm>
                <a:off x="5368650" y="3074725"/>
                <a:ext cx="10200" cy="8075"/>
              </a:xfrm>
              <a:custGeom>
                <a:rect b="b" l="l" r="r" t="t"/>
                <a:pathLst>
                  <a:path extrusionOk="0" h="323" w="408">
                    <a:moveTo>
                      <a:pt x="127" y="0"/>
                    </a:moveTo>
                    <a:cubicBezTo>
                      <a:pt x="98" y="0"/>
                      <a:pt x="84" y="14"/>
                      <a:pt x="70" y="14"/>
                    </a:cubicBezTo>
                    <a:cubicBezTo>
                      <a:pt x="56" y="14"/>
                      <a:pt x="28" y="28"/>
                      <a:pt x="28" y="42"/>
                    </a:cubicBezTo>
                    <a:lnTo>
                      <a:pt x="14" y="84"/>
                    </a:lnTo>
                    <a:cubicBezTo>
                      <a:pt x="14" y="98"/>
                      <a:pt x="0" y="141"/>
                      <a:pt x="14" y="155"/>
                    </a:cubicBezTo>
                    <a:cubicBezTo>
                      <a:pt x="14" y="169"/>
                      <a:pt x="14" y="169"/>
                      <a:pt x="28" y="183"/>
                    </a:cubicBezTo>
                    <a:cubicBezTo>
                      <a:pt x="56" y="211"/>
                      <a:pt x="56" y="225"/>
                      <a:pt x="84" y="239"/>
                    </a:cubicBezTo>
                    <a:cubicBezTo>
                      <a:pt x="98" y="253"/>
                      <a:pt x="141" y="295"/>
                      <a:pt x="169" y="309"/>
                    </a:cubicBezTo>
                    <a:cubicBezTo>
                      <a:pt x="197" y="323"/>
                      <a:pt x="211" y="323"/>
                      <a:pt x="225" y="323"/>
                    </a:cubicBezTo>
                    <a:lnTo>
                      <a:pt x="281" y="323"/>
                    </a:lnTo>
                    <a:cubicBezTo>
                      <a:pt x="295" y="323"/>
                      <a:pt x="309" y="309"/>
                      <a:pt x="323" y="309"/>
                    </a:cubicBezTo>
                    <a:cubicBezTo>
                      <a:pt x="351" y="309"/>
                      <a:pt x="365" y="295"/>
                      <a:pt x="365" y="281"/>
                    </a:cubicBezTo>
                    <a:cubicBezTo>
                      <a:pt x="365" y="281"/>
                      <a:pt x="379" y="253"/>
                      <a:pt x="379" y="239"/>
                    </a:cubicBezTo>
                    <a:cubicBezTo>
                      <a:pt x="379" y="225"/>
                      <a:pt x="407" y="183"/>
                      <a:pt x="379" y="169"/>
                    </a:cubicBezTo>
                    <a:cubicBezTo>
                      <a:pt x="379" y="155"/>
                      <a:pt x="379" y="155"/>
                      <a:pt x="365" y="141"/>
                    </a:cubicBezTo>
                    <a:cubicBezTo>
                      <a:pt x="351" y="112"/>
                      <a:pt x="351" y="98"/>
                      <a:pt x="309" y="84"/>
                    </a:cubicBezTo>
                    <a:cubicBezTo>
                      <a:pt x="281" y="70"/>
                      <a:pt x="267" y="28"/>
                      <a:pt x="225" y="14"/>
                    </a:cubicBezTo>
                    <a:cubicBezTo>
                      <a:pt x="211" y="0"/>
                      <a:pt x="197" y="0"/>
                      <a:pt x="1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9" name="Google Shape;679;p26"/>
              <p:cNvSpPr/>
              <p:nvPr/>
            </p:nvSpPr>
            <p:spPr>
              <a:xfrm>
                <a:off x="5360225" y="3113875"/>
                <a:ext cx="5625" cy="3325"/>
              </a:xfrm>
              <a:custGeom>
                <a:rect b="b" l="l" r="r" t="t"/>
                <a:pathLst>
                  <a:path extrusionOk="0" h="133" w="225">
                    <a:moveTo>
                      <a:pt x="138" y="0"/>
                    </a:moveTo>
                    <a:cubicBezTo>
                      <a:pt x="130" y="0"/>
                      <a:pt x="122" y="2"/>
                      <a:pt x="113" y="6"/>
                    </a:cubicBezTo>
                    <a:cubicBezTo>
                      <a:pt x="70" y="6"/>
                      <a:pt x="56" y="20"/>
                      <a:pt x="14" y="48"/>
                    </a:cubicBezTo>
                    <a:lnTo>
                      <a:pt x="0" y="62"/>
                    </a:lnTo>
                    <a:lnTo>
                      <a:pt x="0" y="77"/>
                    </a:lnTo>
                    <a:lnTo>
                      <a:pt x="0" y="91"/>
                    </a:lnTo>
                    <a:cubicBezTo>
                      <a:pt x="0" y="91"/>
                      <a:pt x="0" y="119"/>
                      <a:pt x="14" y="119"/>
                    </a:cubicBezTo>
                    <a:cubicBezTo>
                      <a:pt x="42" y="133"/>
                      <a:pt x="56" y="133"/>
                      <a:pt x="70" y="133"/>
                    </a:cubicBezTo>
                    <a:cubicBezTo>
                      <a:pt x="85" y="133"/>
                      <a:pt x="113" y="133"/>
                      <a:pt x="127" y="119"/>
                    </a:cubicBezTo>
                    <a:cubicBezTo>
                      <a:pt x="127" y="119"/>
                      <a:pt x="141" y="119"/>
                      <a:pt x="141" y="91"/>
                    </a:cubicBezTo>
                    <a:lnTo>
                      <a:pt x="211" y="91"/>
                    </a:lnTo>
                    <a:lnTo>
                      <a:pt x="225" y="77"/>
                    </a:lnTo>
                    <a:lnTo>
                      <a:pt x="225" y="77"/>
                    </a:lnTo>
                    <a:cubicBezTo>
                      <a:pt x="211" y="91"/>
                      <a:pt x="225" y="91"/>
                      <a:pt x="225" y="91"/>
                    </a:cubicBezTo>
                    <a:lnTo>
                      <a:pt x="225" y="48"/>
                    </a:lnTo>
                    <a:cubicBezTo>
                      <a:pt x="225" y="20"/>
                      <a:pt x="211" y="6"/>
                      <a:pt x="197" y="6"/>
                    </a:cubicBezTo>
                    <a:cubicBezTo>
                      <a:pt x="169" y="6"/>
                      <a:pt x="153" y="0"/>
                      <a:pt x="13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" name="Google Shape;680;p26"/>
              <p:cNvSpPr/>
              <p:nvPr/>
            </p:nvSpPr>
            <p:spPr>
              <a:xfrm>
                <a:off x="5360225" y="3123850"/>
                <a:ext cx="5275" cy="2825"/>
              </a:xfrm>
              <a:custGeom>
                <a:rect b="b" l="l" r="r" t="t"/>
                <a:pathLst>
                  <a:path extrusionOk="0" h="113" w="211">
                    <a:moveTo>
                      <a:pt x="141" y="0"/>
                    </a:moveTo>
                    <a:lnTo>
                      <a:pt x="56" y="14"/>
                    </a:lnTo>
                    <a:cubicBezTo>
                      <a:pt x="56" y="14"/>
                      <a:pt x="28" y="14"/>
                      <a:pt x="28" y="28"/>
                    </a:cubicBezTo>
                    <a:lnTo>
                      <a:pt x="14" y="42"/>
                    </a:lnTo>
                    <a:cubicBezTo>
                      <a:pt x="14" y="42"/>
                      <a:pt x="14" y="71"/>
                      <a:pt x="0" y="71"/>
                    </a:cubicBezTo>
                    <a:lnTo>
                      <a:pt x="0" y="85"/>
                    </a:lnTo>
                    <a:lnTo>
                      <a:pt x="0" y="99"/>
                    </a:lnTo>
                    <a:cubicBezTo>
                      <a:pt x="0" y="113"/>
                      <a:pt x="14" y="113"/>
                      <a:pt x="14" y="113"/>
                    </a:cubicBezTo>
                    <a:lnTo>
                      <a:pt x="70" y="113"/>
                    </a:lnTo>
                    <a:lnTo>
                      <a:pt x="155" y="99"/>
                    </a:lnTo>
                    <a:cubicBezTo>
                      <a:pt x="155" y="99"/>
                      <a:pt x="183" y="99"/>
                      <a:pt x="183" y="85"/>
                    </a:cubicBezTo>
                    <a:lnTo>
                      <a:pt x="197" y="71"/>
                    </a:lnTo>
                    <a:cubicBezTo>
                      <a:pt x="211" y="71"/>
                      <a:pt x="211" y="71"/>
                      <a:pt x="211" y="42"/>
                    </a:cubicBezTo>
                    <a:lnTo>
                      <a:pt x="211" y="28"/>
                    </a:lnTo>
                    <a:lnTo>
                      <a:pt x="211" y="14"/>
                    </a:lnTo>
                    <a:cubicBezTo>
                      <a:pt x="211" y="0"/>
                      <a:pt x="197" y="0"/>
                      <a:pt x="19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1" name="Google Shape;681;p26"/>
              <p:cNvSpPr/>
              <p:nvPr/>
            </p:nvSpPr>
            <p:spPr>
              <a:xfrm>
                <a:off x="5365475" y="3171225"/>
                <a:ext cx="5300" cy="6000"/>
              </a:xfrm>
              <a:custGeom>
                <a:rect b="b" l="l" r="r" t="t"/>
                <a:pathLst>
                  <a:path extrusionOk="0" h="240" w="212">
                    <a:moveTo>
                      <a:pt x="127" y="0"/>
                    </a:moveTo>
                    <a:cubicBezTo>
                      <a:pt x="113" y="0"/>
                      <a:pt x="85" y="14"/>
                      <a:pt x="85" y="28"/>
                    </a:cubicBezTo>
                    <a:lnTo>
                      <a:pt x="15" y="141"/>
                    </a:lnTo>
                    <a:cubicBezTo>
                      <a:pt x="15" y="155"/>
                      <a:pt x="1" y="169"/>
                      <a:pt x="1" y="183"/>
                    </a:cubicBezTo>
                    <a:cubicBezTo>
                      <a:pt x="1" y="211"/>
                      <a:pt x="15" y="225"/>
                      <a:pt x="43" y="225"/>
                    </a:cubicBezTo>
                    <a:cubicBezTo>
                      <a:pt x="57" y="239"/>
                      <a:pt x="71" y="239"/>
                      <a:pt x="85" y="239"/>
                    </a:cubicBezTo>
                    <a:cubicBezTo>
                      <a:pt x="113" y="239"/>
                      <a:pt x="127" y="225"/>
                      <a:pt x="127" y="211"/>
                    </a:cubicBezTo>
                    <a:lnTo>
                      <a:pt x="197" y="99"/>
                    </a:lnTo>
                    <a:cubicBezTo>
                      <a:pt x="197" y="85"/>
                      <a:pt x="211" y="71"/>
                      <a:pt x="211" y="43"/>
                    </a:cubicBezTo>
                    <a:cubicBezTo>
                      <a:pt x="211" y="28"/>
                      <a:pt x="197" y="14"/>
                      <a:pt x="183" y="14"/>
                    </a:cubicBezTo>
                    <a:cubicBezTo>
                      <a:pt x="155" y="0"/>
                      <a:pt x="141" y="0"/>
                      <a:pt x="12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2" name="Google Shape;682;p26"/>
              <p:cNvSpPr/>
              <p:nvPr/>
            </p:nvSpPr>
            <p:spPr>
              <a:xfrm>
                <a:off x="5384075" y="3187375"/>
                <a:ext cx="7050" cy="12300"/>
              </a:xfrm>
              <a:custGeom>
                <a:rect b="b" l="l" r="r" t="t"/>
                <a:pathLst>
                  <a:path extrusionOk="0" h="492" w="282">
                    <a:moveTo>
                      <a:pt x="155" y="0"/>
                    </a:moveTo>
                    <a:cubicBezTo>
                      <a:pt x="113" y="0"/>
                      <a:pt x="85" y="0"/>
                      <a:pt x="71" y="28"/>
                    </a:cubicBezTo>
                    <a:cubicBezTo>
                      <a:pt x="29" y="56"/>
                      <a:pt x="29" y="84"/>
                      <a:pt x="15" y="126"/>
                    </a:cubicBezTo>
                    <a:cubicBezTo>
                      <a:pt x="15" y="197"/>
                      <a:pt x="1" y="281"/>
                      <a:pt x="1" y="351"/>
                    </a:cubicBezTo>
                    <a:cubicBezTo>
                      <a:pt x="1" y="379"/>
                      <a:pt x="15" y="421"/>
                      <a:pt x="29" y="435"/>
                    </a:cubicBezTo>
                    <a:lnTo>
                      <a:pt x="71" y="477"/>
                    </a:lnTo>
                    <a:cubicBezTo>
                      <a:pt x="85" y="491"/>
                      <a:pt x="99" y="491"/>
                      <a:pt x="113" y="491"/>
                    </a:cubicBezTo>
                    <a:cubicBezTo>
                      <a:pt x="155" y="491"/>
                      <a:pt x="183" y="491"/>
                      <a:pt x="211" y="449"/>
                    </a:cubicBezTo>
                    <a:cubicBezTo>
                      <a:pt x="239" y="421"/>
                      <a:pt x="254" y="407"/>
                      <a:pt x="254" y="365"/>
                    </a:cubicBezTo>
                    <a:cubicBezTo>
                      <a:pt x="254" y="295"/>
                      <a:pt x="282" y="211"/>
                      <a:pt x="282" y="141"/>
                    </a:cubicBezTo>
                    <a:cubicBezTo>
                      <a:pt x="282" y="98"/>
                      <a:pt x="254" y="70"/>
                      <a:pt x="239" y="56"/>
                    </a:cubicBezTo>
                    <a:lnTo>
                      <a:pt x="211" y="14"/>
                    </a:lnTo>
                    <a:cubicBezTo>
                      <a:pt x="183" y="0"/>
                      <a:pt x="169" y="0"/>
                      <a:pt x="1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3" name="Google Shape;683;p26"/>
              <p:cNvSpPr/>
              <p:nvPr/>
            </p:nvSpPr>
            <p:spPr>
              <a:xfrm>
                <a:off x="5403725" y="3176475"/>
                <a:ext cx="6000" cy="6000"/>
              </a:xfrm>
              <a:custGeom>
                <a:rect b="b" l="l" r="r" t="t"/>
                <a:pathLst>
                  <a:path extrusionOk="0" h="240" w="240">
                    <a:moveTo>
                      <a:pt x="71" y="1"/>
                    </a:moveTo>
                    <a:cubicBezTo>
                      <a:pt x="57" y="1"/>
                      <a:pt x="29" y="1"/>
                      <a:pt x="15" y="15"/>
                    </a:cubicBezTo>
                    <a:cubicBezTo>
                      <a:pt x="1" y="29"/>
                      <a:pt x="1" y="43"/>
                      <a:pt x="1" y="71"/>
                    </a:cubicBezTo>
                    <a:cubicBezTo>
                      <a:pt x="1" y="85"/>
                      <a:pt x="1" y="99"/>
                      <a:pt x="15" y="113"/>
                    </a:cubicBezTo>
                    <a:lnTo>
                      <a:pt x="127" y="226"/>
                    </a:lnTo>
                    <a:cubicBezTo>
                      <a:pt x="141" y="240"/>
                      <a:pt x="155" y="240"/>
                      <a:pt x="169" y="240"/>
                    </a:cubicBezTo>
                    <a:cubicBezTo>
                      <a:pt x="197" y="240"/>
                      <a:pt x="211" y="240"/>
                      <a:pt x="226" y="226"/>
                    </a:cubicBezTo>
                    <a:cubicBezTo>
                      <a:pt x="240" y="212"/>
                      <a:pt x="240" y="183"/>
                      <a:pt x="240" y="169"/>
                    </a:cubicBezTo>
                    <a:cubicBezTo>
                      <a:pt x="240" y="155"/>
                      <a:pt x="240" y="127"/>
                      <a:pt x="226" y="113"/>
                    </a:cubicBezTo>
                    <a:lnTo>
                      <a:pt x="127" y="15"/>
                    </a:lnTo>
                    <a:cubicBezTo>
                      <a:pt x="99" y="1"/>
                      <a:pt x="85" y="1"/>
                      <a:pt x="7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4" name="Google Shape;684;p26"/>
              <p:cNvSpPr/>
              <p:nvPr/>
            </p:nvSpPr>
            <p:spPr>
              <a:xfrm>
                <a:off x="5404075" y="3155075"/>
                <a:ext cx="3900" cy="4600"/>
              </a:xfrm>
              <a:custGeom>
                <a:rect b="b" l="l" r="r" t="t"/>
                <a:pathLst>
                  <a:path extrusionOk="0" h="184" w="156">
                    <a:moveTo>
                      <a:pt x="43" y="1"/>
                    </a:moveTo>
                    <a:cubicBezTo>
                      <a:pt x="43" y="1"/>
                      <a:pt x="15" y="1"/>
                      <a:pt x="15" y="29"/>
                    </a:cubicBezTo>
                    <a:lnTo>
                      <a:pt x="1" y="43"/>
                    </a:lnTo>
                    <a:lnTo>
                      <a:pt x="1" y="57"/>
                    </a:lnTo>
                    <a:lnTo>
                      <a:pt x="1" y="99"/>
                    </a:lnTo>
                    <a:cubicBezTo>
                      <a:pt x="1" y="113"/>
                      <a:pt x="15" y="127"/>
                      <a:pt x="43" y="127"/>
                    </a:cubicBezTo>
                    <a:lnTo>
                      <a:pt x="85" y="169"/>
                    </a:lnTo>
                    <a:cubicBezTo>
                      <a:pt x="85" y="169"/>
                      <a:pt x="113" y="169"/>
                      <a:pt x="113" y="183"/>
                    </a:cubicBezTo>
                    <a:lnTo>
                      <a:pt x="127" y="183"/>
                    </a:lnTo>
                    <a:cubicBezTo>
                      <a:pt x="127" y="183"/>
                      <a:pt x="141" y="183"/>
                      <a:pt x="141" y="169"/>
                    </a:cubicBezTo>
                    <a:lnTo>
                      <a:pt x="155" y="127"/>
                    </a:lnTo>
                    <a:lnTo>
                      <a:pt x="155" y="99"/>
                    </a:lnTo>
                    <a:cubicBezTo>
                      <a:pt x="155" y="85"/>
                      <a:pt x="141" y="57"/>
                      <a:pt x="127" y="57"/>
                    </a:cubicBezTo>
                    <a:lnTo>
                      <a:pt x="71" y="29"/>
                    </a:lnTo>
                    <a:cubicBezTo>
                      <a:pt x="71" y="29"/>
                      <a:pt x="57" y="29"/>
                      <a:pt x="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5" name="Google Shape;685;p26"/>
              <p:cNvSpPr/>
              <p:nvPr/>
            </p:nvSpPr>
            <p:spPr>
              <a:xfrm>
                <a:off x="5418475" y="3108750"/>
                <a:ext cx="9500" cy="7400"/>
              </a:xfrm>
              <a:custGeom>
                <a:rect b="b" l="l" r="r" t="t"/>
                <a:pathLst>
                  <a:path extrusionOk="0" h="296" w="380">
                    <a:moveTo>
                      <a:pt x="127" y="1"/>
                    </a:moveTo>
                    <a:cubicBezTo>
                      <a:pt x="113" y="1"/>
                      <a:pt x="99" y="15"/>
                      <a:pt x="71" y="15"/>
                    </a:cubicBezTo>
                    <a:cubicBezTo>
                      <a:pt x="57" y="15"/>
                      <a:pt x="43" y="43"/>
                      <a:pt x="43" y="57"/>
                    </a:cubicBezTo>
                    <a:cubicBezTo>
                      <a:pt x="43" y="71"/>
                      <a:pt x="29" y="71"/>
                      <a:pt x="29" y="85"/>
                    </a:cubicBezTo>
                    <a:cubicBezTo>
                      <a:pt x="29" y="113"/>
                      <a:pt x="0" y="141"/>
                      <a:pt x="29" y="155"/>
                    </a:cubicBezTo>
                    <a:cubicBezTo>
                      <a:pt x="29" y="183"/>
                      <a:pt x="29" y="183"/>
                      <a:pt x="43" y="197"/>
                    </a:cubicBezTo>
                    <a:cubicBezTo>
                      <a:pt x="57" y="211"/>
                      <a:pt x="57" y="225"/>
                      <a:pt x="99" y="253"/>
                    </a:cubicBezTo>
                    <a:lnTo>
                      <a:pt x="141" y="282"/>
                    </a:lnTo>
                    <a:cubicBezTo>
                      <a:pt x="169" y="296"/>
                      <a:pt x="183" y="296"/>
                      <a:pt x="197" y="296"/>
                    </a:cubicBezTo>
                    <a:lnTo>
                      <a:pt x="253" y="296"/>
                    </a:lnTo>
                    <a:cubicBezTo>
                      <a:pt x="267" y="296"/>
                      <a:pt x="281" y="282"/>
                      <a:pt x="309" y="282"/>
                    </a:cubicBezTo>
                    <a:cubicBezTo>
                      <a:pt x="323" y="282"/>
                      <a:pt x="337" y="267"/>
                      <a:pt x="337" y="253"/>
                    </a:cubicBezTo>
                    <a:lnTo>
                      <a:pt x="351" y="211"/>
                    </a:lnTo>
                    <a:cubicBezTo>
                      <a:pt x="351" y="197"/>
                      <a:pt x="379" y="155"/>
                      <a:pt x="351" y="141"/>
                    </a:cubicBezTo>
                    <a:cubicBezTo>
                      <a:pt x="351" y="127"/>
                      <a:pt x="351" y="127"/>
                      <a:pt x="337" y="113"/>
                    </a:cubicBezTo>
                    <a:cubicBezTo>
                      <a:pt x="323" y="85"/>
                      <a:pt x="323" y="71"/>
                      <a:pt x="281" y="57"/>
                    </a:cubicBezTo>
                    <a:lnTo>
                      <a:pt x="239" y="15"/>
                    </a:lnTo>
                    <a:cubicBezTo>
                      <a:pt x="211" y="1"/>
                      <a:pt x="197" y="1"/>
                      <a:pt x="18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6" name="Google Shape;686;p26"/>
              <p:cNvSpPr/>
              <p:nvPr/>
            </p:nvSpPr>
            <p:spPr>
              <a:xfrm>
                <a:off x="5432500" y="3083850"/>
                <a:ext cx="7050" cy="3525"/>
              </a:xfrm>
              <a:custGeom>
                <a:rect b="b" l="l" r="r" t="t"/>
                <a:pathLst>
                  <a:path extrusionOk="0" h="141" w="282">
                    <a:moveTo>
                      <a:pt x="198" y="0"/>
                    </a:moveTo>
                    <a:cubicBezTo>
                      <a:pt x="141" y="0"/>
                      <a:pt x="85" y="0"/>
                      <a:pt x="57" y="14"/>
                    </a:cubicBezTo>
                    <a:cubicBezTo>
                      <a:pt x="43" y="14"/>
                      <a:pt x="15" y="28"/>
                      <a:pt x="15" y="56"/>
                    </a:cubicBezTo>
                    <a:cubicBezTo>
                      <a:pt x="1" y="70"/>
                      <a:pt x="1" y="84"/>
                      <a:pt x="1" y="98"/>
                    </a:cubicBezTo>
                    <a:cubicBezTo>
                      <a:pt x="1" y="126"/>
                      <a:pt x="15" y="140"/>
                      <a:pt x="43" y="140"/>
                    </a:cubicBezTo>
                    <a:lnTo>
                      <a:pt x="99" y="140"/>
                    </a:lnTo>
                    <a:cubicBezTo>
                      <a:pt x="141" y="140"/>
                      <a:pt x="198" y="140"/>
                      <a:pt x="226" y="126"/>
                    </a:cubicBezTo>
                    <a:cubicBezTo>
                      <a:pt x="254" y="126"/>
                      <a:pt x="268" y="98"/>
                      <a:pt x="268" y="84"/>
                    </a:cubicBezTo>
                    <a:cubicBezTo>
                      <a:pt x="282" y="70"/>
                      <a:pt x="282" y="28"/>
                      <a:pt x="282" y="28"/>
                    </a:cubicBezTo>
                    <a:cubicBezTo>
                      <a:pt x="282" y="14"/>
                      <a:pt x="268" y="0"/>
                      <a:pt x="25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7" name="Google Shape;687;p26"/>
              <p:cNvSpPr/>
              <p:nvPr/>
            </p:nvSpPr>
            <p:spPr>
              <a:xfrm>
                <a:off x="5439875" y="3070150"/>
                <a:ext cx="4950" cy="2825"/>
              </a:xfrm>
              <a:custGeom>
                <a:rect b="b" l="l" r="r" t="t"/>
                <a:pathLst>
                  <a:path extrusionOk="0" h="113" w="198">
                    <a:moveTo>
                      <a:pt x="57" y="1"/>
                    </a:moveTo>
                    <a:cubicBezTo>
                      <a:pt x="57" y="1"/>
                      <a:pt x="43" y="1"/>
                      <a:pt x="43" y="15"/>
                    </a:cubicBezTo>
                    <a:lnTo>
                      <a:pt x="29" y="29"/>
                    </a:lnTo>
                    <a:cubicBezTo>
                      <a:pt x="29" y="29"/>
                      <a:pt x="29" y="57"/>
                      <a:pt x="1" y="57"/>
                    </a:cubicBezTo>
                    <a:lnTo>
                      <a:pt x="1" y="71"/>
                    </a:lnTo>
                    <a:lnTo>
                      <a:pt x="1" y="85"/>
                    </a:lnTo>
                    <a:cubicBezTo>
                      <a:pt x="1" y="113"/>
                      <a:pt x="29" y="113"/>
                      <a:pt x="29" y="113"/>
                    </a:cubicBezTo>
                    <a:lnTo>
                      <a:pt x="155" y="113"/>
                    </a:lnTo>
                    <a:cubicBezTo>
                      <a:pt x="155" y="113"/>
                      <a:pt x="169" y="113"/>
                      <a:pt x="169" y="85"/>
                    </a:cubicBezTo>
                    <a:lnTo>
                      <a:pt x="183" y="71"/>
                    </a:lnTo>
                    <a:cubicBezTo>
                      <a:pt x="197" y="71"/>
                      <a:pt x="197" y="57"/>
                      <a:pt x="197" y="57"/>
                    </a:cubicBezTo>
                    <a:lnTo>
                      <a:pt x="197" y="29"/>
                    </a:lnTo>
                    <a:lnTo>
                      <a:pt x="197" y="15"/>
                    </a:lnTo>
                    <a:cubicBezTo>
                      <a:pt x="197" y="1"/>
                      <a:pt x="183" y="1"/>
                      <a:pt x="1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8" name="Google Shape;688;p26"/>
              <p:cNvSpPr/>
              <p:nvPr/>
            </p:nvSpPr>
            <p:spPr>
              <a:xfrm>
                <a:off x="5416375" y="3097625"/>
                <a:ext cx="154425" cy="151550"/>
              </a:xfrm>
              <a:custGeom>
                <a:rect b="b" l="l" r="r" t="t"/>
                <a:pathLst>
                  <a:path extrusionOk="0" h="6062" w="6177">
                    <a:moveTo>
                      <a:pt x="4155" y="1"/>
                    </a:moveTo>
                    <a:cubicBezTo>
                      <a:pt x="4061" y="1"/>
                      <a:pt x="3967" y="13"/>
                      <a:pt x="3875" y="39"/>
                    </a:cubicBezTo>
                    <a:cubicBezTo>
                      <a:pt x="3215" y="249"/>
                      <a:pt x="2920" y="1428"/>
                      <a:pt x="2667" y="1976"/>
                    </a:cubicBezTo>
                    <a:cubicBezTo>
                      <a:pt x="2359" y="2706"/>
                      <a:pt x="1825" y="3352"/>
                      <a:pt x="1179" y="3829"/>
                    </a:cubicBezTo>
                    <a:cubicBezTo>
                      <a:pt x="913" y="4025"/>
                      <a:pt x="618" y="4194"/>
                      <a:pt x="393" y="4446"/>
                    </a:cubicBezTo>
                    <a:cubicBezTo>
                      <a:pt x="155" y="4685"/>
                      <a:pt x="0" y="5036"/>
                      <a:pt x="113" y="5359"/>
                    </a:cubicBezTo>
                    <a:cubicBezTo>
                      <a:pt x="211" y="5724"/>
                      <a:pt x="618" y="5934"/>
                      <a:pt x="997" y="6005"/>
                    </a:cubicBezTo>
                    <a:cubicBezTo>
                      <a:pt x="1185" y="6044"/>
                      <a:pt x="1373" y="6062"/>
                      <a:pt x="1560" y="6062"/>
                    </a:cubicBezTo>
                    <a:cubicBezTo>
                      <a:pt x="2309" y="6062"/>
                      <a:pt x="3041" y="5774"/>
                      <a:pt x="3692" y="5415"/>
                    </a:cubicBezTo>
                    <a:cubicBezTo>
                      <a:pt x="4464" y="4980"/>
                      <a:pt x="5166" y="4404"/>
                      <a:pt x="5601" y="3660"/>
                    </a:cubicBezTo>
                    <a:cubicBezTo>
                      <a:pt x="6036" y="2902"/>
                      <a:pt x="6177" y="1934"/>
                      <a:pt x="5798" y="1148"/>
                    </a:cubicBezTo>
                    <a:cubicBezTo>
                      <a:pt x="5527" y="606"/>
                      <a:pt x="4825" y="1"/>
                      <a:pt x="415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9" name="Google Shape;689;p26"/>
              <p:cNvSpPr/>
              <p:nvPr/>
            </p:nvSpPr>
            <p:spPr>
              <a:xfrm>
                <a:off x="5456050" y="3133875"/>
                <a:ext cx="84225" cy="89475"/>
              </a:xfrm>
              <a:custGeom>
                <a:rect b="b" l="l" r="r" t="t"/>
                <a:pathLst>
                  <a:path extrusionOk="0" h="3579" w="3369">
                    <a:moveTo>
                      <a:pt x="2760" y="0"/>
                    </a:moveTo>
                    <a:cubicBezTo>
                      <a:pt x="2560" y="0"/>
                      <a:pt x="2362" y="115"/>
                      <a:pt x="2217" y="259"/>
                    </a:cubicBezTo>
                    <a:cubicBezTo>
                      <a:pt x="2035" y="470"/>
                      <a:pt x="1923" y="736"/>
                      <a:pt x="1796" y="975"/>
                    </a:cubicBezTo>
                    <a:cubicBezTo>
                      <a:pt x="1572" y="1438"/>
                      <a:pt x="1235" y="1845"/>
                      <a:pt x="884" y="2210"/>
                    </a:cubicBezTo>
                    <a:cubicBezTo>
                      <a:pt x="659" y="2449"/>
                      <a:pt x="28" y="2856"/>
                      <a:pt x="14" y="3193"/>
                    </a:cubicBezTo>
                    <a:cubicBezTo>
                      <a:pt x="0" y="3476"/>
                      <a:pt x="163" y="3578"/>
                      <a:pt x="403" y="3578"/>
                    </a:cubicBezTo>
                    <a:cubicBezTo>
                      <a:pt x="934" y="3578"/>
                      <a:pt x="1841" y="3076"/>
                      <a:pt x="2035" y="2940"/>
                    </a:cubicBezTo>
                    <a:cubicBezTo>
                      <a:pt x="2695" y="2491"/>
                      <a:pt x="3200" y="1747"/>
                      <a:pt x="3312" y="947"/>
                    </a:cubicBezTo>
                    <a:cubicBezTo>
                      <a:pt x="3368" y="610"/>
                      <a:pt x="3298" y="189"/>
                      <a:pt x="2975" y="49"/>
                    </a:cubicBezTo>
                    <a:cubicBezTo>
                      <a:pt x="2905" y="15"/>
                      <a:pt x="2832" y="0"/>
                      <a:pt x="276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0" name="Google Shape;690;p26"/>
              <p:cNvSpPr/>
              <p:nvPr/>
            </p:nvSpPr>
            <p:spPr>
              <a:xfrm>
                <a:off x="5531825" y="3118925"/>
                <a:ext cx="3525" cy="6700"/>
              </a:xfrm>
              <a:custGeom>
                <a:rect b="b" l="l" r="r" t="t"/>
                <a:pathLst>
                  <a:path extrusionOk="0" h="268" w="141">
                    <a:moveTo>
                      <a:pt x="71" y="1"/>
                    </a:moveTo>
                    <a:cubicBezTo>
                      <a:pt x="57" y="1"/>
                      <a:pt x="29" y="1"/>
                      <a:pt x="15" y="15"/>
                    </a:cubicBezTo>
                    <a:cubicBezTo>
                      <a:pt x="15" y="29"/>
                      <a:pt x="1" y="29"/>
                      <a:pt x="1" y="29"/>
                    </a:cubicBezTo>
                    <a:lnTo>
                      <a:pt x="1" y="57"/>
                    </a:lnTo>
                    <a:lnTo>
                      <a:pt x="1" y="197"/>
                    </a:lnTo>
                    <a:cubicBezTo>
                      <a:pt x="1" y="211"/>
                      <a:pt x="1" y="225"/>
                      <a:pt x="15" y="239"/>
                    </a:cubicBezTo>
                    <a:cubicBezTo>
                      <a:pt x="29" y="268"/>
                      <a:pt x="57" y="268"/>
                      <a:pt x="71" y="268"/>
                    </a:cubicBezTo>
                    <a:cubicBezTo>
                      <a:pt x="85" y="268"/>
                      <a:pt x="99" y="268"/>
                      <a:pt x="113" y="239"/>
                    </a:cubicBezTo>
                    <a:cubicBezTo>
                      <a:pt x="141" y="239"/>
                      <a:pt x="141" y="239"/>
                      <a:pt x="141" y="225"/>
                    </a:cubicBezTo>
                    <a:lnTo>
                      <a:pt x="141" y="211"/>
                    </a:lnTo>
                    <a:lnTo>
                      <a:pt x="141" y="71"/>
                    </a:lnTo>
                    <a:cubicBezTo>
                      <a:pt x="141" y="57"/>
                      <a:pt x="141" y="29"/>
                      <a:pt x="113" y="15"/>
                    </a:cubicBezTo>
                    <a:cubicBezTo>
                      <a:pt x="99" y="1"/>
                      <a:pt x="85" y="1"/>
                      <a:pt x="7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1" name="Google Shape;691;p26"/>
              <p:cNvSpPr/>
              <p:nvPr/>
            </p:nvSpPr>
            <p:spPr>
              <a:xfrm>
                <a:off x="5546225" y="3141750"/>
                <a:ext cx="9150" cy="3525"/>
              </a:xfrm>
              <a:custGeom>
                <a:rect b="b" l="l" r="r" t="t"/>
                <a:pathLst>
                  <a:path extrusionOk="0" h="141" w="366">
                    <a:moveTo>
                      <a:pt x="295" y="0"/>
                    </a:moveTo>
                    <a:cubicBezTo>
                      <a:pt x="211" y="0"/>
                      <a:pt x="140" y="14"/>
                      <a:pt x="56" y="14"/>
                    </a:cubicBezTo>
                    <a:cubicBezTo>
                      <a:pt x="14" y="14"/>
                      <a:pt x="0" y="56"/>
                      <a:pt x="0" y="85"/>
                    </a:cubicBezTo>
                    <a:cubicBezTo>
                      <a:pt x="0" y="113"/>
                      <a:pt x="42" y="141"/>
                      <a:pt x="70" y="141"/>
                    </a:cubicBezTo>
                    <a:cubicBezTo>
                      <a:pt x="154" y="141"/>
                      <a:pt x="225" y="113"/>
                      <a:pt x="323" y="113"/>
                    </a:cubicBezTo>
                    <a:cubicBezTo>
                      <a:pt x="351" y="113"/>
                      <a:pt x="365" y="85"/>
                      <a:pt x="365" y="56"/>
                    </a:cubicBezTo>
                    <a:cubicBezTo>
                      <a:pt x="365" y="14"/>
                      <a:pt x="337" y="0"/>
                      <a:pt x="29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2" name="Google Shape;692;p26"/>
              <p:cNvSpPr/>
              <p:nvPr/>
            </p:nvSpPr>
            <p:spPr>
              <a:xfrm>
                <a:off x="5546225" y="3159300"/>
                <a:ext cx="5625" cy="3525"/>
              </a:xfrm>
              <a:custGeom>
                <a:rect b="b" l="l" r="r" t="t"/>
                <a:pathLst>
                  <a:path extrusionOk="0" h="141" w="225">
                    <a:moveTo>
                      <a:pt x="84" y="0"/>
                    </a:moveTo>
                    <a:cubicBezTo>
                      <a:pt x="70" y="0"/>
                      <a:pt x="56" y="0"/>
                      <a:pt x="42" y="14"/>
                    </a:cubicBezTo>
                    <a:cubicBezTo>
                      <a:pt x="14" y="28"/>
                      <a:pt x="14" y="56"/>
                      <a:pt x="0" y="56"/>
                    </a:cubicBezTo>
                    <a:lnTo>
                      <a:pt x="0" y="70"/>
                    </a:lnTo>
                    <a:cubicBezTo>
                      <a:pt x="14" y="70"/>
                      <a:pt x="14" y="84"/>
                      <a:pt x="14" y="84"/>
                    </a:cubicBezTo>
                    <a:cubicBezTo>
                      <a:pt x="14" y="98"/>
                      <a:pt x="42" y="126"/>
                      <a:pt x="56" y="126"/>
                    </a:cubicBezTo>
                    <a:cubicBezTo>
                      <a:pt x="70" y="126"/>
                      <a:pt x="112" y="141"/>
                      <a:pt x="140" y="141"/>
                    </a:cubicBezTo>
                    <a:cubicBezTo>
                      <a:pt x="154" y="141"/>
                      <a:pt x="183" y="141"/>
                      <a:pt x="197" y="126"/>
                    </a:cubicBezTo>
                    <a:cubicBezTo>
                      <a:pt x="211" y="126"/>
                      <a:pt x="225" y="98"/>
                      <a:pt x="225" y="84"/>
                    </a:cubicBezTo>
                    <a:lnTo>
                      <a:pt x="225" y="70"/>
                    </a:lnTo>
                    <a:cubicBezTo>
                      <a:pt x="211" y="70"/>
                      <a:pt x="211" y="56"/>
                      <a:pt x="211" y="56"/>
                    </a:cubicBezTo>
                    <a:cubicBezTo>
                      <a:pt x="211" y="28"/>
                      <a:pt x="197" y="14"/>
                      <a:pt x="183" y="14"/>
                    </a:cubicBezTo>
                    <a:cubicBezTo>
                      <a:pt x="154" y="14"/>
                      <a:pt x="126" y="0"/>
                      <a:pt x="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3" name="Google Shape;693;p26"/>
              <p:cNvSpPr/>
              <p:nvPr/>
            </p:nvSpPr>
            <p:spPr>
              <a:xfrm>
                <a:off x="5537100" y="3182100"/>
                <a:ext cx="10200" cy="7400"/>
              </a:xfrm>
              <a:custGeom>
                <a:rect b="b" l="l" r="r" t="t"/>
                <a:pathLst>
                  <a:path extrusionOk="0" h="296" w="408">
                    <a:moveTo>
                      <a:pt x="98" y="1"/>
                    </a:moveTo>
                    <a:cubicBezTo>
                      <a:pt x="84" y="1"/>
                      <a:pt x="70" y="15"/>
                      <a:pt x="56" y="29"/>
                    </a:cubicBezTo>
                    <a:cubicBezTo>
                      <a:pt x="56" y="29"/>
                      <a:pt x="28" y="57"/>
                      <a:pt x="28" y="71"/>
                    </a:cubicBezTo>
                    <a:cubicBezTo>
                      <a:pt x="14" y="85"/>
                      <a:pt x="14" y="99"/>
                      <a:pt x="14" y="127"/>
                    </a:cubicBezTo>
                    <a:cubicBezTo>
                      <a:pt x="0" y="141"/>
                      <a:pt x="14" y="155"/>
                      <a:pt x="14" y="169"/>
                    </a:cubicBezTo>
                    <a:lnTo>
                      <a:pt x="56" y="211"/>
                    </a:lnTo>
                    <a:cubicBezTo>
                      <a:pt x="56" y="225"/>
                      <a:pt x="70" y="239"/>
                      <a:pt x="84" y="239"/>
                    </a:cubicBezTo>
                    <a:cubicBezTo>
                      <a:pt x="126" y="267"/>
                      <a:pt x="155" y="267"/>
                      <a:pt x="197" y="281"/>
                    </a:cubicBezTo>
                    <a:cubicBezTo>
                      <a:pt x="211" y="295"/>
                      <a:pt x="239" y="295"/>
                      <a:pt x="267" y="295"/>
                    </a:cubicBezTo>
                    <a:lnTo>
                      <a:pt x="295" y="295"/>
                    </a:lnTo>
                    <a:cubicBezTo>
                      <a:pt x="309" y="295"/>
                      <a:pt x="337" y="281"/>
                      <a:pt x="351" y="267"/>
                    </a:cubicBezTo>
                    <a:lnTo>
                      <a:pt x="365" y="225"/>
                    </a:lnTo>
                    <a:cubicBezTo>
                      <a:pt x="379" y="211"/>
                      <a:pt x="379" y="197"/>
                      <a:pt x="379" y="169"/>
                    </a:cubicBezTo>
                    <a:cubicBezTo>
                      <a:pt x="407" y="155"/>
                      <a:pt x="379" y="141"/>
                      <a:pt x="379" y="127"/>
                    </a:cubicBezTo>
                    <a:lnTo>
                      <a:pt x="351" y="85"/>
                    </a:lnTo>
                    <a:cubicBezTo>
                      <a:pt x="351" y="71"/>
                      <a:pt x="337" y="57"/>
                      <a:pt x="309" y="57"/>
                    </a:cubicBezTo>
                    <a:cubicBezTo>
                      <a:pt x="281" y="29"/>
                      <a:pt x="239" y="29"/>
                      <a:pt x="211" y="15"/>
                    </a:cubicBezTo>
                    <a:cubicBezTo>
                      <a:pt x="197" y="1"/>
                      <a:pt x="155" y="1"/>
                      <a:pt x="1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4" name="Google Shape;694;p26"/>
              <p:cNvSpPr/>
              <p:nvPr/>
            </p:nvSpPr>
            <p:spPr>
              <a:xfrm>
                <a:off x="5514275" y="3210875"/>
                <a:ext cx="4600" cy="6000"/>
              </a:xfrm>
              <a:custGeom>
                <a:rect b="b" l="l" r="r" t="t"/>
                <a:pathLst>
                  <a:path extrusionOk="0" h="240" w="184">
                    <a:moveTo>
                      <a:pt x="71" y="1"/>
                    </a:moveTo>
                    <a:cubicBezTo>
                      <a:pt x="57" y="1"/>
                      <a:pt x="29" y="1"/>
                      <a:pt x="15" y="29"/>
                    </a:cubicBezTo>
                    <a:cubicBezTo>
                      <a:pt x="1" y="43"/>
                      <a:pt x="1" y="43"/>
                      <a:pt x="29" y="43"/>
                    </a:cubicBezTo>
                    <a:lnTo>
                      <a:pt x="29" y="57"/>
                    </a:lnTo>
                    <a:lnTo>
                      <a:pt x="29" y="71"/>
                    </a:lnTo>
                    <a:lnTo>
                      <a:pt x="43" y="99"/>
                    </a:lnTo>
                    <a:cubicBezTo>
                      <a:pt x="71" y="99"/>
                      <a:pt x="71" y="113"/>
                      <a:pt x="71" y="113"/>
                    </a:cubicBezTo>
                    <a:lnTo>
                      <a:pt x="71" y="127"/>
                    </a:lnTo>
                    <a:lnTo>
                      <a:pt x="71" y="141"/>
                    </a:lnTo>
                    <a:cubicBezTo>
                      <a:pt x="71" y="155"/>
                      <a:pt x="71" y="183"/>
                      <a:pt x="85" y="197"/>
                    </a:cubicBezTo>
                    <a:cubicBezTo>
                      <a:pt x="85" y="211"/>
                      <a:pt x="99" y="239"/>
                      <a:pt x="113" y="239"/>
                    </a:cubicBezTo>
                    <a:lnTo>
                      <a:pt x="141" y="239"/>
                    </a:lnTo>
                    <a:cubicBezTo>
                      <a:pt x="141" y="211"/>
                      <a:pt x="155" y="211"/>
                      <a:pt x="155" y="211"/>
                    </a:cubicBezTo>
                    <a:lnTo>
                      <a:pt x="169" y="197"/>
                    </a:lnTo>
                    <a:cubicBezTo>
                      <a:pt x="183" y="197"/>
                      <a:pt x="183" y="197"/>
                      <a:pt x="183" y="183"/>
                    </a:cubicBezTo>
                    <a:cubicBezTo>
                      <a:pt x="183" y="141"/>
                      <a:pt x="183" y="127"/>
                      <a:pt x="169" y="99"/>
                    </a:cubicBezTo>
                    <a:cubicBezTo>
                      <a:pt x="155" y="71"/>
                      <a:pt x="141" y="43"/>
                      <a:pt x="113" y="29"/>
                    </a:cubicBezTo>
                    <a:cubicBezTo>
                      <a:pt x="99" y="1"/>
                      <a:pt x="85" y="1"/>
                      <a:pt x="7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5" name="Google Shape;695;p26"/>
              <p:cNvSpPr/>
              <p:nvPr/>
            </p:nvSpPr>
            <p:spPr>
              <a:xfrm>
                <a:off x="5506900" y="3215800"/>
                <a:ext cx="3900" cy="4925"/>
              </a:xfrm>
              <a:custGeom>
                <a:rect b="b" l="l" r="r" t="t"/>
                <a:pathLst>
                  <a:path extrusionOk="0" h="197" w="156">
                    <a:moveTo>
                      <a:pt x="29" y="0"/>
                    </a:moveTo>
                    <a:lnTo>
                      <a:pt x="15" y="14"/>
                    </a:lnTo>
                    <a:lnTo>
                      <a:pt x="1" y="42"/>
                    </a:lnTo>
                    <a:lnTo>
                      <a:pt x="1" y="56"/>
                    </a:lnTo>
                    <a:lnTo>
                      <a:pt x="1" y="70"/>
                    </a:lnTo>
                    <a:lnTo>
                      <a:pt x="29" y="141"/>
                    </a:lnTo>
                    <a:cubicBezTo>
                      <a:pt x="29" y="155"/>
                      <a:pt x="29" y="183"/>
                      <a:pt x="43" y="183"/>
                    </a:cubicBezTo>
                    <a:cubicBezTo>
                      <a:pt x="43" y="197"/>
                      <a:pt x="71" y="197"/>
                      <a:pt x="71" y="197"/>
                    </a:cubicBezTo>
                    <a:lnTo>
                      <a:pt x="113" y="197"/>
                    </a:lnTo>
                    <a:lnTo>
                      <a:pt x="141" y="183"/>
                    </a:lnTo>
                    <a:lnTo>
                      <a:pt x="155" y="155"/>
                    </a:lnTo>
                    <a:lnTo>
                      <a:pt x="155" y="141"/>
                    </a:lnTo>
                    <a:lnTo>
                      <a:pt x="155" y="127"/>
                    </a:lnTo>
                    <a:lnTo>
                      <a:pt x="113" y="56"/>
                    </a:lnTo>
                    <a:cubicBezTo>
                      <a:pt x="113" y="42"/>
                      <a:pt x="113" y="14"/>
                      <a:pt x="99" y="14"/>
                    </a:cubicBezTo>
                    <a:cubicBezTo>
                      <a:pt x="99" y="0"/>
                      <a:pt x="85" y="0"/>
                      <a:pt x="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6" name="Google Shape;696;p26"/>
              <p:cNvSpPr/>
              <p:nvPr/>
            </p:nvSpPr>
            <p:spPr>
              <a:xfrm>
                <a:off x="5461300" y="3236150"/>
                <a:ext cx="4575" cy="5625"/>
              </a:xfrm>
              <a:custGeom>
                <a:rect b="b" l="l" r="r" t="t"/>
                <a:pathLst>
                  <a:path extrusionOk="0" h="225" w="183">
                    <a:moveTo>
                      <a:pt x="98" y="0"/>
                    </a:moveTo>
                    <a:cubicBezTo>
                      <a:pt x="84" y="0"/>
                      <a:pt x="84" y="14"/>
                      <a:pt x="70" y="28"/>
                    </a:cubicBezTo>
                    <a:lnTo>
                      <a:pt x="0" y="141"/>
                    </a:lnTo>
                    <a:lnTo>
                      <a:pt x="0" y="183"/>
                    </a:lnTo>
                    <a:cubicBezTo>
                      <a:pt x="0" y="211"/>
                      <a:pt x="14" y="225"/>
                      <a:pt x="28" y="225"/>
                    </a:cubicBezTo>
                    <a:lnTo>
                      <a:pt x="84" y="225"/>
                    </a:lnTo>
                    <a:cubicBezTo>
                      <a:pt x="98" y="225"/>
                      <a:pt x="98" y="211"/>
                      <a:pt x="112" y="183"/>
                    </a:cubicBezTo>
                    <a:lnTo>
                      <a:pt x="183" y="85"/>
                    </a:lnTo>
                    <a:lnTo>
                      <a:pt x="183" y="28"/>
                    </a:lnTo>
                    <a:cubicBezTo>
                      <a:pt x="183" y="14"/>
                      <a:pt x="168" y="0"/>
                      <a:pt x="15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7" name="Google Shape;697;p26"/>
              <p:cNvSpPr/>
              <p:nvPr/>
            </p:nvSpPr>
            <p:spPr>
              <a:xfrm>
                <a:off x="5431450" y="3227575"/>
                <a:ext cx="11625" cy="10500"/>
              </a:xfrm>
              <a:custGeom>
                <a:rect b="b" l="l" r="r" t="t"/>
                <a:pathLst>
                  <a:path extrusionOk="0" h="420" w="465">
                    <a:moveTo>
                      <a:pt x="313" y="1"/>
                    </a:moveTo>
                    <a:cubicBezTo>
                      <a:pt x="280" y="1"/>
                      <a:pt x="249" y="11"/>
                      <a:pt x="240" y="20"/>
                    </a:cubicBezTo>
                    <a:cubicBezTo>
                      <a:pt x="183" y="77"/>
                      <a:pt x="113" y="105"/>
                      <a:pt x="71" y="161"/>
                    </a:cubicBezTo>
                    <a:cubicBezTo>
                      <a:pt x="29" y="175"/>
                      <a:pt x="15" y="217"/>
                      <a:pt x="15" y="245"/>
                    </a:cubicBezTo>
                    <a:cubicBezTo>
                      <a:pt x="1" y="287"/>
                      <a:pt x="15" y="315"/>
                      <a:pt x="29" y="357"/>
                    </a:cubicBezTo>
                    <a:cubicBezTo>
                      <a:pt x="29" y="371"/>
                      <a:pt x="43" y="385"/>
                      <a:pt x="71" y="385"/>
                    </a:cubicBezTo>
                    <a:cubicBezTo>
                      <a:pt x="85" y="385"/>
                      <a:pt x="99" y="414"/>
                      <a:pt x="113" y="414"/>
                    </a:cubicBezTo>
                    <a:cubicBezTo>
                      <a:pt x="124" y="417"/>
                      <a:pt x="137" y="419"/>
                      <a:pt x="149" y="419"/>
                    </a:cubicBezTo>
                    <a:cubicBezTo>
                      <a:pt x="182" y="419"/>
                      <a:pt x="215" y="406"/>
                      <a:pt x="225" y="385"/>
                    </a:cubicBezTo>
                    <a:cubicBezTo>
                      <a:pt x="282" y="343"/>
                      <a:pt x="352" y="301"/>
                      <a:pt x="394" y="245"/>
                    </a:cubicBezTo>
                    <a:cubicBezTo>
                      <a:pt x="436" y="231"/>
                      <a:pt x="450" y="203"/>
                      <a:pt x="450" y="161"/>
                    </a:cubicBezTo>
                    <a:cubicBezTo>
                      <a:pt x="464" y="133"/>
                      <a:pt x="450" y="91"/>
                      <a:pt x="436" y="63"/>
                    </a:cubicBezTo>
                    <a:cubicBezTo>
                      <a:pt x="436" y="35"/>
                      <a:pt x="422" y="20"/>
                      <a:pt x="394" y="20"/>
                    </a:cubicBezTo>
                    <a:cubicBezTo>
                      <a:pt x="380" y="20"/>
                      <a:pt x="366" y="6"/>
                      <a:pt x="352" y="6"/>
                    </a:cubicBezTo>
                    <a:cubicBezTo>
                      <a:pt x="339" y="2"/>
                      <a:pt x="326" y="1"/>
                      <a:pt x="31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8" name="Google Shape;698;p26"/>
              <p:cNvSpPr/>
              <p:nvPr/>
            </p:nvSpPr>
            <p:spPr>
              <a:xfrm>
                <a:off x="5435675" y="3206675"/>
                <a:ext cx="7050" cy="4225"/>
              </a:xfrm>
              <a:custGeom>
                <a:rect b="b" l="l" r="r" t="t"/>
                <a:pathLst>
                  <a:path extrusionOk="0" h="169" w="282">
                    <a:moveTo>
                      <a:pt x="85" y="0"/>
                    </a:moveTo>
                    <a:cubicBezTo>
                      <a:pt x="71" y="0"/>
                      <a:pt x="56" y="14"/>
                      <a:pt x="42" y="14"/>
                    </a:cubicBezTo>
                    <a:cubicBezTo>
                      <a:pt x="14" y="14"/>
                      <a:pt x="14" y="28"/>
                      <a:pt x="0" y="56"/>
                    </a:cubicBezTo>
                    <a:cubicBezTo>
                      <a:pt x="0" y="70"/>
                      <a:pt x="0" y="84"/>
                      <a:pt x="14" y="98"/>
                    </a:cubicBezTo>
                    <a:cubicBezTo>
                      <a:pt x="14" y="127"/>
                      <a:pt x="42" y="141"/>
                      <a:pt x="56" y="141"/>
                    </a:cubicBezTo>
                    <a:cubicBezTo>
                      <a:pt x="85" y="141"/>
                      <a:pt x="141" y="155"/>
                      <a:pt x="197" y="169"/>
                    </a:cubicBezTo>
                    <a:cubicBezTo>
                      <a:pt x="211" y="169"/>
                      <a:pt x="225" y="155"/>
                      <a:pt x="253" y="155"/>
                    </a:cubicBezTo>
                    <a:cubicBezTo>
                      <a:pt x="267" y="155"/>
                      <a:pt x="281" y="141"/>
                      <a:pt x="281" y="127"/>
                    </a:cubicBezTo>
                    <a:cubicBezTo>
                      <a:pt x="281" y="98"/>
                      <a:pt x="281" y="84"/>
                      <a:pt x="267" y="70"/>
                    </a:cubicBezTo>
                    <a:cubicBezTo>
                      <a:pt x="267" y="56"/>
                      <a:pt x="253" y="28"/>
                      <a:pt x="225" y="28"/>
                    </a:cubicBezTo>
                    <a:cubicBezTo>
                      <a:pt x="197" y="28"/>
                      <a:pt x="141" y="14"/>
                      <a:pt x="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9" name="Google Shape;699;p26"/>
              <p:cNvSpPr/>
              <p:nvPr/>
            </p:nvSpPr>
            <p:spPr>
              <a:xfrm>
                <a:off x="5456025" y="3196500"/>
                <a:ext cx="5300" cy="3525"/>
              </a:xfrm>
              <a:custGeom>
                <a:rect b="b" l="l" r="r" t="t"/>
                <a:pathLst>
                  <a:path extrusionOk="0" h="141" w="212">
                    <a:moveTo>
                      <a:pt x="43" y="0"/>
                    </a:moveTo>
                    <a:cubicBezTo>
                      <a:pt x="29" y="0"/>
                      <a:pt x="15" y="0"/>
                      <a:pt x="15" y="14"/>
                    </a:cubicBezTo>
                    <a:cubicBezTo>
                      <a:pt x="0" y="42"/>
                      <a:pt x="0" y="56"/>
                      <a:pt x="0" y="56"/>
                    </a:cubicBezTo>
                    <a:lnTo>
                      <a:pt x="0" y="70"/>
                    </a:lnTo>
                    <a:lnTo>
                      <a:pt x="15" y="84"/>
                    </a:lnTo>
                    <a:lnTo>
                      <a:pt x="29" y="112"/>
                    </a:lnTo>
                    <a:lnTo>
                      <a:pt x="99" y="140"/>
                    </a:lnTo>
                    <a:lnTo>
                      <a:pt x="155" y="140"/>
                    </a:lnTo>
                    <a:cubicBezTo>
                      <a:pt x="169" y="140"/>
                      <a:pt x="183" y="140"/>
                      <a:pt x="183" y="126"/>
                    </a:cubicBezTo>
                    <a:cubicBezTo>
                      <a:pt x="211" y="126"/>
                      <a:pt x="211" y="112"/>
                      <a:pt x="211" y="112"/>
                    </a:cubicBezTo>
                    <a:lnTo>
                      <a:pt x="211" y="84"/>
                    </a:lnTo>
                    <a:lnTo>
                      <a:pt x="211" y="70"/>
                    </a:lnTo>
                    <a:lnTo>
                      <a:pt x="183" y="56"/>
                    </a:lnTo>
                    <a:lnTo>
                      <a:pt x="169" y="42"/>
                    </a:lnTo>
                    <a:lnTo>
                      <a:pt x="9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0" name="Google Shape;700;p26"/>
              <p:cNvSpPr/>
              <p:nvPr/>
            </p:nvSpPr>
            <p:spPr>
              <a:xfrm>
                <a:off x="5483400" y="3157175"/>
                <a:ext cx="9500" cy="7400"/>
              </a:xfrm>
              <a:custGeom>
                <a:rect b="b" l="l" r="r" t="t"/>
                <a:pathLst>
                  <a:path extrusionOk="0" h="296" w="380">
                    <a:moveTo>
                      <a:pt x="113" y="1"/>
                    </a:moveTo>
                    <a:cubicBezTo>
                      <a:pt x="99" y="1"/>
                      <a:pt x="71" y="15"/>
                      <a:pt x="57" y="29"/>
                    </a:cubicBezTo>
                    <a:lnTo>
                      <a:pt x="43" y="71"/>
                    </a:lnTo>
                    <a:cubicBezTo>
                      <a:pt x="28" y="85"/>
                      <a:pt x="28" y="99"/>
                      <a:pt x="28" y="113"/>
                    </a:cubicBezTo>
                    <a:cubicBezTo>
                      <a:pt x="0" y="141"/>
                      <a:pt x="28" y="155"/>
                      <a:pt x="28" y="169"/>
                    </a:cubicBezTo>
                    <a:lnTo>
                      <a:pt x="57" y="211"/>
                    </a:lnTo>
                    <a:cubicBezTo>
                      <a:pt x="57" y="226"/>
                      <a:pt x="71" y="240"/>
                      <a:pt x="99" y="240"/>
                    </a:cubicBezTo>
                    <a:lnTo>
                      <a:pt x="169" y="282"/>
                    </a:lnTo>
                    <a:cubicBezTo>
                      <a:pt x="183" y="296"/>
                      <a:pt x="211" y="296"/>
                      <a:pt x="239" y="296"/>
                    </a:cubicBezTo>
                    <a:lnTo>
                      <a:pt x="267" y="296"/>
                    </a:lnTo>
                    <a:cubicBezTo>
                      <a:pt x="281" y="296"/>
                      <a:pt x="309" y="282"/>
                      <a:pt x="323" y="254"/>
                    </a:cubicBezTo>
                    <a:cubicBezTo>
                      <a:pt x="323" y="240"/>
                      <a:pt x="337" y="240"/>
                      <a:pt x="337" y="226"/>
                    </a:cubicBezTo>
                    <a:cubicBezTo>
                      <a:pt x="351" y="211"/>
                      <a:pt x="351" y="183"/>
                      <a:pt x="351" y="169"/>
                    </a:cubicBezTo>
                    <a:cubicBezTo>
                      <a:pt x="379" y="155"/>
                      <a:pt x="351" y="141"/>
                      <a:pt x="351" y="113"/>
                    </a:cubicBezTo>
                    <a:lnTo>
                      <a:pt x="323" y="85"/>
                    </a:lnTo>
                    <a:cubicBezTo>
                      <a:pt x="323" y="71"/>
                      <a:pt x="309" y="43"/>
                      <a:pt x="281" y="43"/>
                    </a:cubicBezTo>
                    <a:lnTo>
                      <a:pt x="211" y="15"/>
                    </a:lnTo>
                    <a:cubicBezTo>
                      <a:pt x="197" y="1"/>
                      <a:pt x="169" y="1"/>
                      <a:pt x="14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1" name="Google Shape;701;p26"/>
              <p:cNvSpPr/>
              <p:nvPr/>
            </p:nvSpPr>
            <p:spPr>
              <a:xfrm>
                <a:off x="5502700" y="3131925"/>
                <a:ext cx="4925" cy="7025"/>
              </a:xfrm>
              <a:custGeom>
                <a:rect b="b" l="l" r="r" t="t"/>
                <a:pathLst>
                  <a:path extrusionOk="0" h="281" w="197">
                    <a:moveTo>
                      <a:pt x="43" y="0"/>
                    </a:moveTo>
                    <a:cubicBezTo>
                      <a:pt x="29" y="0"/>
                      <a:pt x="0" y="28"/>
                      <a:pt x="0" y="42"/>
                    </a:cubicBezTo>
                    <a:lnTo>
                      <a:pt x="0" y="98"/>
                    </a:lnTo>
                    <a:cubicBezTo>
                      <a:pt x="43" y="141"/>
                      <a:pt x="57" y="197"/>
                      <a:pt x="71" y="239"/>
                    </a:cubicBezTo>
                    <a:cubicBezTo>
                      <a:pt x="71" y="253"/>
                      <a:pt x="71" y="267"/>
                      <a:pt x="99" y="267"/>
                    </a:cubicBezTo>
                    <a:cubicBezTo>
                      <a:pt x="99" y="281"/>
                      <a:pt x="113" y="281"/>
                      <a:pt x="113" y="281"/>
                    </a:cubicBezTo>
                    <a:lnTo>
                      <a:pt x="169" y="281"/>
                    </a:lnTo>
                    <a:cubicBezTo>
                      <a:pt x="183" y="281"/>
                      <a:pt x="197" y="267"/>
                      <a:pt x="197" y="253"/>
                    </a:cubicBezTo>
                    <a:lnTo>
                      <a:pt x="197" y="197"/>
                    </a:lnTo>
                    <a:cubicBezTo>
                      <a:pt x="169" y="141"/>
                      <a:pt x="141" y="98"/>
                      <a:pt x="127" y="56"/>
                    </a:cubicBezTo>
                    <a:cubicBezTo>
                      <a:pt x="127" y="42"/>
                      <a:pt x="127" y="28"/>
                      <a:pt x="113" y="28"/>
                    </a:cubicBezTo>
                    <a:cubicBezTo>
                      <a:pt x="113" y="0"/>
                      <a:pt x="99" y="0"/>
                      <a:pt x="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2" name="Google Shape;702;p26"/>
              <p:cNvSpPr/>
              <p:nvPr/>
            </p:nvSpPr>
            <p:spPr>
              <a:xfrm>
                <a:off x="5511475" y="3120350"/>
                <a:ext cx="4225" cy="4575"/>
              </a:xfrm>
              <a:custGeom>
                <a:rect b="b" l="l" r="r" t="t"/>
                <a:pathLst>
                  <a:path extrusionOk="0" h="183" w="169">
                    <a:moveTo>
                      <a:pt x="42" y="0"/>
                    </a:moveTo>
                    <a:lnTo>
                      <a:pt x="28" y="14"/>
                    </a:lnTo>
                    <a:cubicBezTo>
                      <a:pt x="28" y="14"/>
                      <a:pt x="28" y="28"/>
                      <a:pt x="0" y="28"/>
                    </a:cubicBezTo>
                    <a:lnTo>
                      <a:pt x="0" y="42"/>
                    </a:lnTo>
                    <a:lnTo>
                      <a:pt x="0" y="70"/>
                    </a:lnTo>
                    <a:cubicBezTo>
                      <a:pt x="28" y="84"/>
                      <a:pt x="28" y="112"/>
                      <a:pt x="42" y="140"/>
                    </a:cubicBezTo>
                    <a:cubicBezTo>
                      <a:pt x="42" y="154"/>
                      <a:pt x="42" y="168"/>
                      <a:pt x="57" y="168"/>
                    </a:cubicBezTo>
                    <a:cubicBezTo>
                      <a:pt x="57" y="182"/>
                      <a:pt x="71" y="182"/>
                      <a:pt x="71" y="182"/>
                    </a:cubicBezTo>
                    <a:lnTo>
                      <a:pt x="127" y="182"/>
                    </a:lnTo>
                    <a:lnTo>
                      <a:pt x="141" y="168"/>
                    </a:lnTo>
                    <a:lnTo>
                      <a:pt x="169" y="154"/>
                    </a:lnTo>
                    <a:lnTo>
                      <a:pt x="169" y="140"/>
                    </a:lnTo>
                    <a:lnTo>
                      <a:pt x="169" y="112"/>
                    </a:lnTo>
                    <a:cubicBezTo>
                      <a:pt x="141" y="98"/>
                      <a:pt x="141" y="70"/>
                      <a:pt x="127" y="42"/>
                    </a:cubicBezTo>
                    <a:cubicBezTo>
                      <a:pt x="127" y="28"/>
                      <a:pt x="127" y="14"/>
                      <a:pt x="113" y="14"/>
                    </a:cubicBezTo>
                    <a:cubicBezTo>
                      <a:pt x="113" y="0"/>
                      <a:pt x="99" y="0"/>
                      <a:pt x="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3" name="Google Shape;703;p26"/>
              <p:cNvSpPr/>
              <p:nvPr/>
            </p:nvSpPr>
            <p:spPr>
              <a:xfrm>
                <a:off x="5478825" y="3024875"/>
                <a:ext cx="72325" cy="55500"/>
              </a:xfrm>
              <a:custGeom>
                <a:rect b="b" l="l" r="r" t="t"/>
                <a:pathLst>
                  <a:path extrusionOk="0" h="2220" w="2893">
                    <a:moveTo>
                      <a:pt x="1" y="1"/>
                    </a:moveTo>
                    <a:lnTo>
                      <a:pt x="1" y="1"/>
                    </a:lnTo>
                    <a:cubicBezTo>
                      <a:pt x="226" y="464"/>
                      <a:pt x="324" y="969"/>
                      <a:pt x="282" y="1475"/>
                    </a:cubicBezTo>
                    <a:cubicBezTo>
                      <a:pt x="282" y="1601"/>
                      <a:pt x="240" y="1727"/>
                      <a:pt x="254" y="1840"/>
                    </a:cubicBezTo>
                    <a:cubicBezTo>
                      <a:pt x="254" y="1966"/>
                      <a:pt x="310" y="2092"/>
                      <a:pt x="422" y="2163"/>
                    </a:cubicBezTo>
                    <a:cubicBezTo>
                      <a:pt x="477" y="2202"/>
                      <a:pt x="542" y="2219"/>
                      <a:pt x="610" y="2219"/>
                    </a:cubicBezTo>
                    <a:cubicBezTo>
                      <a:pt x="663" y="2219"/>
                      <a:pt x="718" y="2209"/>
                      <a:pt x="773" y="2191"/>
                    </a:cubicBezTo>
                    <a:cubicBezTo>
                      <a:pt x="885" y="2163"/>
                      <a:pt x="998" y="2106"/>
                      <a:pt x="1096" y="2064"/>
                    </a:cubicBezTo>
                    <a:cubicBezTo>
                      <a:pt x="1389" y="1925"/>
                      <a:pt x="1712" y="1859"/>
                      <a:pt x="2034" y="1859"/>
                    </a:cubicBezTo>
                    <a:cubicBezTo>
                      <a:pt x="2329" y="1859"/>
                      <a:pt x="2624" y="1915"/>
                      <a:pt x="2893" y="2022"/>
                    </a:cubicBezTo>
                    <a:cubicBezTo>
                      <a:pt x="2401" y="1601"/>
                      <a:pt x="1840" y="1447"/>
                      <a:pt x="1278" y="1124"/>
                    </a:cubicBezTo>
                    <a:cubicBezTo>
                      <a:pt x="801" y="843"/>
                      <a:pt x="422" y="394"/>
                      <a:pt x="1" y="1"/>
                    </a:cubicBezTo>
                    <a:close/>
                  </a:path>
                </a:pathLst>
              </a:custGeom>
              <a:solidFill>
                <a:srgbClr val="FBF7E4">
                  <a:alpha val="22745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04" name="Google Shape;704;p26"/>
            <p:cNvGrpSpPr/>
            <p:nvPr/>
          </p:nvGrpSpPr>
          <p:grpSpPr>
            <a:xfrm rot="1317801">
              <a:off x="6344016" y="3825783"/>
              <a:ext cx="338473" cy="219350"/>
              <a:chOff x="4777330" y="1135189"/>
              <a:chExt cx="224975" cy="145775"/>
            </a:xfrm>
          </p:grpSpPr>
          <p:sp>
            <p:nvSpPr>
              <p:cNvPr id="705" name="Google Shape;705;p26"/>
              <p:cNvSpPr/>
              <p:nvPr/>
            </p:nvSpPr>
            <p:spPr>
              <a:xfrm>
                <a:off x="4777330" y="1135189"/>
                <a:ext cx="224975" cy="145775"/>
              </a:xfrm>
              <a:custGeom>
                <a:rect b="b" l="l" r="r" t="t"/>
                <a:pathLst>
                  <a:path extrusionOk="0" h="5831" w="8999">
                    <a:moveTo>
                      <a:pt x="6993" y="1"/>
                    </a:moveTo>
                    <a:cubicBezTo>
                      <a:pt x="5329" y="1"/>
                      <a:pt x="3662" y="828"/>
                      <a:pt x="2710" y="2222"/>
                    </a:cubicBezTo>
                    <a:cubicBezTo>
                      <a:pt x="2836" y="1731"/>
                      <a:pt x="2850" y="1212"/>
                      <a:pt x="2513" y="819"/>
                    </a:cubicBezTo>
                    <a:cubicBezTo>
                      <a:pt x="2335" y="609"/>
                      <a:pt x="2054" y="501"/>
                      <a:pt x="1777" y="501"/>
                    </a:cubicBezTo>
                    <a:cubicBezTo>
                      <a:pt x="1684" y="501"/>
                      <a:pt x="1591" y="513"/>
                      <a:pt x="1503" y="538"/>
                    </a:cubicBezTo>
                    <a:cubicBezTo>
                      <a:pt x="1152" y="622"/>
                      <a:pt x="857" y="889"/>
                      <a:pt x="646" y="1198"/>
                    </a:cubicBezTo>
                    <a:cubicBezTo>
                      <a:pt x="225" y="1843"/>
                      <a:pt x="183" y="2672"/>
                      <a:pt x="197" y="3458"/>
                    </a:cubicBezTo>
                    <a:cubicBezTo>
                      <a:pt x="253" y="4230"/>
                      <a:pt x="281" y="5114"/>
                      <a:pt x="1" y="5830"/>
                    </a:cubicBezTo>
                    <a:cubicBezTo>
                      <a:pt x="637" y="5450"/>
                      <a:pt x="1392" y="5316"/>
                      <a:pt x="2143" y="5316"/>
                    </a:cubicBezTo>
                    <a:cubicBezTo>
                      <a:pt x="2252" y="5316"/>
                      <a:pt x="2362" y="5319"/>
                      <a:pt x="2471" y="5325"/>
                    </a:cubicBezTo>
                    <a:cubicBezTo>
                      <a:pt x="3327" y="5339"/>
                      <a:pt x="4170" y="5493"/>
                      <a:pt x="5026" y="5521"/>
                    </a:cubicBezTo>
                    <a:cubicBezTo>
                      <a:pt x="5070" y="5522"/>
                      <a:pt x="5114" y="5523"/>
                      <a:pt x="5158" y="5523"/>
                    </a:cubicBezTo>
                    <a:cubicBezTo>
                      <a:pt x="5595" y="5523"/>
                      <a:pt x="6045" y="5455"/>
                      <a:pt x="6402" y="5212"/>
                    </a:cubicBezTo>
                    <a:cubicBezTo>
                      <a:pt x="6781" y="4932"/>
                      <a:pt x="6991" y="4370"/>
                      <a:pt x="6724" y="3977"/>
                    </a:cubicBezTo>
                    <a:cubicBezTo>
                      <a:pt x="6570" y="3738"/>
                      <a:pt x="6289" y="3626"/>
                      <a:pt x="6009" y="3528"/>
                    </a:cubicBezTo>
                    <a:cubicBezTo>
                      <a:pt x="5585" y="3412"/>
                      <a:pt x="5146" y="3352"/>
                      <a:pt x="4706" y="3352"/>
                    </a:cubicBezTo>
                    <a:cubicBezTo>
                      <a:pt x="4240" y="3352"/>
                      <a:pt x="3775" y="3419"/>
                      <a:pt x="3327" y="3556"/>
                    </a:cubicBezTo>
                    <a:cubicBezTo>
                      <a:pt x="4801" y="3023"/>
                      <a:pt x="6233" y="2475"/>
                      <a:pt x="7707" y="1970"/>
                    </a:cubicBezTo>
                    <a:cubicBezTo>
                      <a:pt x="8044" y="1843"/>
                      <a:pt x="8395" y="1731"/>
                      <a:pt x="8648" y="1464"/>
                    </a:cubicBezTo>
                    <a:cubicBezTo>
                      <a:pt x="8886" y="1198"/>
                      <a:pt x="8998" y="777"/>
                      <a:pt x="8802" y="496"/>
                    </a:cubicBezTo>
                    <a:cubicBezTo>
                      <a:pt x="8662" y="299"/>
                      <a:pt x="8409" y="215"/>
                      <a:pt x="8170" y="145"/>
                    </a:cubicBezTo>
                    <a:cubicBezTo>
                      <a:pt x="7784" y="48"/>
                      <a:pt x="7389" y="1"/>
                      <a:pt x="699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6" name="Google Shape;706;p26"/>
              <p:cNvSpPr/>
              <p:nvPr/>
            </p:nvSpPr>
            <p:spPr>
              <a:xfrm>
                <a:off x="4789605" y="1150739"/>
                <a:ext cx="184275" cy="115825"/>
              </a:xfrm>
              <a:custGeom>
                <a:rect b="b" l="l" r="r" t="t"/>
                <a:pathLst>
                  <a:path extrusionOk="0" h="4633" w="7371">
                    <a:moveTo>
                      <a:pt x="7370" y="0"/>
                    </a:moveTo>
                    <a:lnTo>
                      <a:pt x="7370" y="0"/>
                    </a:lnTo>
                    <a:cubicBezTo>
                      <a:pt x="6612" y="14"/>
                      <a:pt x="5868" y="197"/>
                      <a:pt x="5167" y="449"/>
                    </a:cubicBezTo>
                    <a:cubicBezTo>
                      <a:pt x="4465" y="716"/>
                      <a:pt x="3805" y="1109"/>
                      <a:pt x="3187" y="1530"/>
                    </a:cubicBezTo>
                    <a:cubicBezTo>
                      <a:pt x="2570" y="1951"/>
                      <a:pt x="2008" y="2443"/>
                      <a:pt x="1489" y="2962"/>
                    </a:cubicBezTo>
                    <a:cubicBezTo>
                      <a:pt x="1306" y="3159"/>
                      <a:pt x="1138" y="3327"/>
                      <a:pt x="955" y="3524"/>
                    </a:cubicBezTo>
                    <a:cubicBezTo>
                      <a:pt x="955" y="2667"/>
                      <a:pt x="1054" y="1811"/>
                      <a:pt x="1208" y="941"/>
                    </a:cubicBezTo>
                    <a:lnTo>
                      <a:pt x="1208" y="941"/>
                    </a:lnTo>
                    <a:cubicBezTo>
                      <a:pt x="941" y="1853"/>
                      <a:pt x="787" y="2808"/>
                      <a:pt x="717" y="3776"/>
                    </a:cubicBezTo>
                    <a:cubicBezTo>
                      <a:pt x="464" y="4057"/>
                      <a:pt x="225" y="4338"/>
                      <a:pt x="1" y="4632"/>
                    </a:cubicBezTo>
                    <a:cubicBezTo>
                      <a:pt x="352" y="4338"/>
                      <a:pt x="675" y="4029"/>
                      <a:pt x="1026" y="3748"/>
                    </a:cubicBezTo>
                    <a:cubicBezTo>
                      <a:pt x="1589" y="3691"/>
                      <a:pt x="2155" y="3661"/>
                      <a:pt x="2720" y="3661"/>
                    </a:cubicBezTo>
                    <a:cubicBezTo>
                      <a:pt x="3535" y="3661"/>
                      <a:pt x="4349" y="3722"/>
                      <a:pt x="5153" y="3846"/>
                    </a:cubicBezTo>
                    <a:cubicBezTo>
                      <a:pt x="4015" y="3621"/>
                      <a:pt x="2856" y="3519"/>
                      <a:pt x="1704" y="3519"/>
                    </a:cubicBezTo>
                    <a:cubicBezTo>
                      <a:pt x="1562" y="3519"/>
                      <a:pt x="1420" y="3520"/>
                      <a:pt x="1278" y="3524"/>
                    </a:cubicBezTo>
                    <a:cubicBezTo>
                      <a:pt x="1419" y="3397"/>
                      <a:pt x="1531" y="3299"/>
                      <a:pt x="1685" y="3173"/>
                    </a:cubicBezTo>
                    <a:cubicBezTo>
                      <a:pt x="2233" y="2681"/>
                      <a:pt x="2808" y="2232"/>
                      <a:pt x="3398" y="1811"/>
                    </a:cubicBezTo>
                    <a:cubicBezTo>
                      <a:pt x="4001" y="1390"/>
                      <a:pt x="4605" y="1011"/>
                      <a:pt x="5279" y="702"/>
                    </a:cubicBezTo>
                    <a:cubicBezTo>
                      <a:pt x="5939" y="379"/>
                      <a:pt x="6640" y="155"/>
                      <a:pt x="73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07" name="Google Shape;707;p26"/>
          <p:cNvSpPr/>
          <p:nvPr/>
        </p:nvSpPr>
        <p:spPr>
          <a:xfrm>
            <a:off x="2616783" y="2949725"/>
            <a:ext cx="2287100" cy="1554025"/>
          </a:xfrm>
          <a:prstGeom prst="roundRect">
            <a:avLst>
              <a:gd fmla="val 16667" name="adj"/>
            </a:avLst>
          </a:prstGeom>
          <a:solidFill>
            <a:srgbClr val="F8A5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26"/>
          <p:cNvSpPr/>
          <p:nvPr/>
        </p:nvSpPr>
        <p:spPr>
          <a:xfrm>
            <a:off x="713249" y="2949726"/>
            <a:ext cx="1668577" cy="1554025"/>
          </a:xfrm>
          <a:prstGeom prst="roundRect">
            <a:avLst>
              <a:gd fmla="val 16667" name="adj"/>
            </a:avLst>
          </a:prstGeom>
          <a:solidFill>
            <a:srgbClr val="7288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26"/>
          <p:cNvSpPr/>
          <p:nvPr/>
        </p:nvSpPr>
        <p:spPr>
          <a:xfrm>
            <a:off x="5136577" y="2177693"/>
            <a:ext cx="1573207" cy="1701065"/>
          </a:xfrm>
          <a:prstGeom prst="roundRect">
            <a:avLst>
              <a:gd fmla="val 16667" name="adj"/>
            </a:avLst>
          </a:prstGeom>
          <a:solidFill>
            <a:srgbClr val="E17D9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26"/>
          <p:cNvSpPr/>
          <p:nvPr/>
        </p:nvSpPr>
        <p:spPr>
          <a:xfrm>
            <a:off x="3233044" y="1204852"/>
            <a:ext cx="1573207" cy="1554025"/>
          </a:xfrm>
          <a:prstGeom prst="roundRect">
            <a:avLst>
              <a:gd fmla="val 16667" name="adj"/>
            </a:avLst>
          </a:prstGeom>
          <a:solidFill>
            <a:srgbClr val="BBAC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26"/>
          <p:cNvSpPr/>
          <p:nvPr/>
        </p:nvSpPr>
        <p:spPr>
          <a:xfrm>
            <a:off x="713250" y="1187027"/>
            <a:ext cx="2287100" cy="1554025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26"/>
          <p:cNvSpPr txBox="1"/>
          <p:nvPr>
            <p:ph idx="1" type="body"/>
          </p:nvPr>
        </p:nvSpPr>
        <p:spPr>
          <a:xfrm>
            <a:off x="5136577" y="2236944"/>
            <a:ext cx="2742600" cy="1475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sk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M16</a:t>
            </a:r>
            <a:endParaRPr sz="9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sk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OZ Máme čas</a:t>
            </a:r>
            <a:endParaRPr sz="9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sk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Edulienka Škôlka</a:t>
            </a:r>
            <a:endParaRPr sz="9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sk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Edulienka Škola</a:t>
            </a:r>
            <a:endParaRPr sz="9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sk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MŠ Strečnianska </a:t>
            </a:r>
            <a:endParaRPr/>
          </a:p>
          <a:p>
            <a:pPr indent="0" lvl="0" marL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sk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- Evanjelická</a:t>
            </a:r>
            <a:endParaRPr sz="9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sk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MŠ sv. Filipa Neriho</a:t>
            </a:r>
            <a:endParaRPr sz="9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713" name="Google Shape;713;p26"/>
          <p:cNvSpPr txBox="1"/>
          <p:nvPr/>
        </p:nvSpPr>
        <p:spPr>
          <a:xfrm>
            <a:off x="643551" y="1243493"/>
            <a:ext cx="2356798" cy="132825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None/>
            </a:pPr>
            <a:r>
              <a:rPr b="0" i="0" lang="sk" sz="9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Dobrodružstvo</a:t>
            </a:r>
            <a:endParaRPr b="0" i="0" sz="9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None/>
            </a:pPr>
            <a:r>
              <a:rPr b="0" i="0" lang="sk" sz="9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ZŠ Ivánka pri Dunaji</a:t>
            </a:r>
            <a:endParaRPr b="0" i="0" sz="9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None/>
            </a:pPr>
            <a:r>
              <a:rPr b="0" i="0" lang="sk" sz="9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Včielka</a:t>
            </a:r>
            <a:endParaRPr b="0" i="0" sz="9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None/>
            </a:pPr>
            <a:r>
              <a:rPr b="0" i="0" lang="sk" sz="9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Talentovo Mierová </a:t>
            </a:r>
            <a:endParaRPr b="0" i="0" sz="9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None/>
            </a:pPr>
            <a:r>
              <a:rPr b="0" i="0" lang="sk" sz="9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Talentovo Plynárenská/Kašieľska</a:t>
            </a:r>
            <a:endParaRPr b="0" i="0" sz="9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152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None/>
            </a:pPr>
            <a:r>
              <a:rPr b="0" i="0" lang="sk" sz="9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Ministerstvo Obrany SR – MŠ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714" name="Google Shape;714;p26"/>
          <p:cNvSpPr txBox="1"/>
          <p:nvPr/>
        </p:nvSpPr>
        <p:spPr>
          <a:xfrm>
            <a:off x="3177037" y="1254510"/>
            <a:ext cx="1587324" cy="14858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None/>
            </a:pPr>
            <a:r>
              <a:rPr b="0" i="0" lang="sk" sz="9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Deutsche Schule</a:t>
            </a:r>
            <a:endParaRPr/>
          </a:p>
          <a:p>
            <a:pPr indent="0" lvl="0" marL="152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None/>
            </a:pPr>
            <a:r>
              <a:rPr b="0" i="0" lang="sk" sz="9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DC DupiDupi</a:t>
            </a:r>
            <a:endParaRPr b="0" i="0" sz="9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152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None/>
            </a:pPr>
            <a:r>
              <a:rPr b="0" i="0" lang="sk" sz="9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Hravou Formou</a:t>
            </a:r>
            <a:endParaRPr b="0" i="0" sz="9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152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None/>
            </a:pPr>
            <a:r>
              <a:rPr b="0" i="0" lang="sk" sz="9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Monttesori Ružinov</a:t>
            </a:r>
            <a:endParaRPr b="0" i="0" sz="9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152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None/>
            </a:pPr>
            <a:r>
              <a:rPr b="0" i="0" lang="sk" sz="9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Félix – MŠ</a:t>
            </a:r>
            <a:endParaRPr/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None/>
            </a:pPr>
            <a:r>
              <a:rPr b="0" i="0" lang="sk" sz="9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LittleBig</a:t>
            </a:r>
            <a:endParaRPr b="0" i="0" sz="9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715" name="Google Shape;715;p26"/>
          <p:cNvSpPr txBox="1"/>
          <p:nvPr/>
        </p:nvSpPr>
        <p:spPr>
          <a:xfrm>
            <a:off x="643551" y="3028226"/>
            <a:ext cx="2742600" cy="23080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None/>
            </a:pPr>
            <a:r>
              <a:rPr b="0" i="0" lang="sk" sz="9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Múdre hranie Jasle</a:t>
            </a:r>
            <a:endParaRPr b="0" i="0" sz="9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None/>
            </a:pPr>
            <a:r>
              <a:rPr b="0" i="0" lang="sk" sz="9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Múdre hranie Škôlka</a:t>
            </a:r>
            <a:endParaRPr b="0" i="0" sz="9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None/>
            </a:pPr>
            <a:r>
              <a:rPr b="0" i="0" lang="sk" sz="9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Múdre hranie Škola</a:t>
            </a:r>
            <a:endParaRPr b="0" i="0" sz="9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None/>
            </a:pPr>
            <a:r>
              <a:rPr b="0" i="0" lang="sk" sz="9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Naša škola poznania A</a:t>
            </a:r>
            <a:endParaRPr b="0" i="0" sz="9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None/>
            </a:pPr>
            <a:r>
              <a:rPr b="0" i="0" lang="sk" sz="9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Naša škola poznania B</a:t>
            </a:r>
            <a:endParaRPr b="0" i="0" sz="9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None/>
            </a:pPr>
            <a:r>
              <a:rPr b="0" i="0" lang="sk" sz="9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Krok za krokom</a:t>
            </a:r>
            <a:endParaRPr b="0" i="0" sz="9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716" name="Google Shape;716;p26"/>
          <p:cNvSpPr txBox="1"/>
          <p:nvPr/>
        </p:nvSpPr>
        <p:spPr>
          <a:xfrm>
            <a:off x="2560486" y="3028226"/>
            <a:ext cx="2742600" cy="23080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None/>
            </a:pPr>
            <a:r>
              <a:rPr b="0" i="0" lang="sk" sz="9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Školička Panenská mŠ a ZŠ</a:t>
            </a:r>
            <a:endParaRPr b="0" i="0" sz="9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None/>
            </a:pPr>
            <a:r>
              <a:rPr b="0" i="0" lang="sk" sz="9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Škôlkáreň Podunajské Biskupice</a:t>
            </a:r>
            <a:endParaRPr b="0" i="0" sz="9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None/>
            </a:pPr>
            <a:r>
              <a:rPr b="0" i="0" lang="sk" sz="9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Škôlkáreň PATRÓNKA</a:t>
            </a:r>
            <a:endParaRPr b="0" i="0" sz="9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None/>
            </a:pPr>
            <a:r>
              <a:rPr b="0" i="0" lang="sk" sz="9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Hugáčik</a:t>
            </a:r>
            <a:endParaRPr b="0" i="0" sz="9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None/>
            </a:pPr>
            <a:r>
              <a:rPr b="0" i="0" lang="sk" sz="9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Do Sveta</a:t>
            </a:r>
            <a:endParaRPr b="0" i="0" sz="9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None/>
            </a:pPr>
            <a:r>
              <a:rPr b="0" i="0" lang="sk" sz="9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Pramienok</a:t>
            </a:r>
            <a:endParaRPr b="0" i="0" sz="9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717" name="Google Shape;717;p26"/>
          <p:cNvSpPr txBox="1"/>
          <p:nvPr>
            <p:ph type="title"/>
          </p:nvPr>
        </p:nvSpPr>
        <p:spPr>
          <a:xfrm>
            <a:off x="713250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sk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Naši klienti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Obrázok, na ktorom je písmo, grafika, grafický dizajn, snímka obrazovky&#10;&#10;Obsah vygenerovaný pomocou AI môže byť nesprávny." id="718" name="Google Shape;71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9339" y="4212248"/>
            <a:ext cx="3305647" cy="735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ealthy Nutrition Coach Portfolio by Slidesgo">
  <a:themeElements>
    <a:clrScheme name="Simple Light">
      <a:dk1>
        <a:srgbClr val="173505"/>
      </a:dk1>
      <a:lt1>
        <a:srgbClr val="FBF7E4"/>
      </a:lt1>
      <a:dk2>
        <a:srgbClr val="F5F1CD"/>
      </a:dk2>
      <a:lt2>
        <a:srgbClr val="FFC95C"/>
      </a:lt2>
      <a:accent1>
        <a:srgbClr val="EF9821"/>
      </a:accent1>
      <a:accent2>
        <a:srgbClr val="F46B24"/>
      </a:accent2>
      <a:accent3>
        <a:srgbClr val="C92E52"/>
      </a:accent3>
      <a:accent4>
        <a:srgbClr val="96AE6D"/>
      </a:accent4>
      <a:accent5>
        <a:srgbClr val="7C9853"/>
      </a:accent5>
      <a:accent6>
        <a:srgbClr val="425422"/>
      </a:accent6>
      <a:hlink>
        <a:srgbClr val="17350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